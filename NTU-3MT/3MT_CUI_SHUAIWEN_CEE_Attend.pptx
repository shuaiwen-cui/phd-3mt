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4"/>
  </p:notesMasterIdLst>
  <p:handoutMasterIdLst>
    <p:handoutMasterId r:id="rId5"/>
  </p:handoutMasterIdLst>
  <p:sldIdLst>
    <p:sldId id="267" r:id="rId2"/>
    <p:sldId id="262"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1C800D76-3C72-4CB3-9FC9-AADDB526D820}">
          <p14:sldIdLst>
            <p14:sldId id="267"/>
            <p14:sldId id="262"/>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1247A"/>
    <a:srgbClr val="F1FFE8"/>
    <a:srgbClr val="000000"/>
    <a:srgbClr val="FFEBEB"/>
    <a:srgbClr val="9E2E92"/>
    <a:srgbClr val="962A8B"/>
    <a:srgbClr val="D7D1CC"/>
    <a:srgbClr val="E62645"/>
    <a:srgbClr val="2EA836"/>
    <a:srgbClr val="D9AC6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211C9B5-261B-4942-BA9A-09F683ABF9B5}" v="132" dt="2025-05-28T13:41:06.68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901" autoAdjust="0"/>
    <p:restoredTop sz="75605" autoAdjust="0"/>
  </p:normalViewPr>
  <p:slideViewPr>
    <p:cSldViewPr showGuides="1">
      <p:cViewPr varScale="1">
        <p:scale>
          <a:sx n="96" d="100"/>
          <a:sy n="96" d="100"/>
        </p:scale>
        <p:origin x="832" y="176"/>
      </p:cViewPr>
      <p:guideLst/>
    </p:cSldViewPr>
  </p:slideViewPr>
  <p:outlineViewPr>
    <p:cViewPr>
      <p:scale>
        <a:sx n="33" d="100"/>
        <a:sy n="33" d="100"/>
      </p:scale>
      <p:origin x="0" y="0"/>
    </p:cViewPr>
  </p:outlineViewPr>
  <p:notesTextViewPr>
    <p:cViewPr>
      <p:scale>
        <a:sx n="3" d="2"/>
        <a:sy n="3" d="2"/>
      </p:scale>
      <p:origin x="0" y="0"/>
    </p:cViewPr>
  </p:notesTextViewPr>
  <p:sorterViewPr>
    <p:cViewPr varScale="1">
      <p:scale>
        <a:sx n="100" d="100"/>
        <a:sy n="100" d="100"/>
      </p:scale>
      <p:origin x="0" y="-4194"/>
    </p:cViewPr>
  </p:sorterViewPr>
  <p:notesViewPr>
    <p:cSldViewPr showGuides="1">
      <p:cViewPr varScale="1">
        <p:scale>
          <a:sx n="62" d="100"/>
          <a:sy n="62" d="100"/>
        </p:scale>
        <p:origin x="3226" y="77"/>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11" Type="http://schemas.microsoft.com/office/2015/10/relationships/revisionInfo" Target="revisionInfo.xml"/><Relationship Id="rId5" Type="http://schemas.openxmlformats.org/officeDocument/2006/relationships/handoutMaster" Target="handoutMasters/handoutMaster1.xml"/><Relationship Id="rId10" Type="http://schemas.microsoft.com/office/2016/11/relationships/changesInfo" Target="changesInfos/changesInfo1.xml"/><Relationship Id="rId4" Type="http://schemas.openxmlformats.org/officeDocument/2006/relationships/notesMaster" Target="notesMasters/notesMaster1.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UI SHUAIWEN#" userId="35a196ea-bcb8-475e-86cf-0b9eaca8a48f" providerId="ADAL" clId="{B211C9B5-261B-4942-BA9A-09F683ABF9B5}"/>
    <pc:docChg chg="undo custSel addSld delSld modSld modSection">
      <pc:chgData name="#CUI SHUAIWEN#" userId="35a196ea-bcb8-475e-86cf-0b9eaca8a48f" providerId="ADAL" clId="{B211C9B5-261B-4942-BA9A-09F683ABF9B5}" dt="2025-05-28T14:37:23.831" v="2244"/>
      <pc:docMkLst>
        <pc:docMk/>
      </pc:docMkLst>
      <pc:sldChg chg="del">
        <pc:chgData name="#CUI SHUAIWEN#" userId="35a196ea-bcb8-475e-86cf-0b9eaca8a48f" providerId="ADAL" clId="{B211C9B5-261B-4942-BA9A-09F683ABF9B5}" dt="2025-05-28T08:17:59.465" v="0" actId="47"/>
        <pc:sldMkLst>
          <pc:docMk/>
          <pc:sldMk cId="4178416550" sldId="256"/>
        </pc:sldMkLst>
      </pc:sldChg>
      <pc:sldChg chg="del">
        <pc:chgData name="#CUI SHUAIWEN#" userId="35a196ea-bcb8-475e-86cf-0b9eaca8a48f" providerId="ADAL" clId="{B211C9B5-261B-4942-BA9A-09F683ABF9B5}" dt="2025-05-28T08:18:00.231" v="1" actId="47"/>
        <pc:sldMkLst>
          <pc:docMk/>
          <pc:sldMk cId="3273537875" sldId="257"/>
        </pc:sldMkLst>
      </pc:sldChg>
      <pc:sldChg chg="del">
        <pc:chgData name="#CUI SHUAIWEN#" userId="35a196ea-bcb8-475e-86cf-0b9eaca8a48f" providerId="ADAL" clId="{B211C9B5-261B-4942-BA9A-09F683ABF9B5}" dt="2025-05-28T08:18:00.971" v="2" actId="47"/>
        <pc:sldMkLst>
          <pc:docMk/>
          <pc:sldMk cId="3338852008" sldId="258"/>
        </pc:sldMkLst>
      </pc:sldChg>
      <pc:sldChg chg="del">
        <pc:chgData name="#CUI SHUAIWEN#" userId="35a196ea-bcb8-475e-86cf-0b9eaca8a48f" providerId="ADAL" clId="{B211C9B5-261B-4942-BA9A-09F683ABF9B5}" dt="2025-05-28T08:18:01.537" v="3" actId="47"/>
        <pc:sldMkLst>
          <pc:docMk/>
          <pc:sldMk cId="948055564" sldId="259"/>
        </pc:sldMkLst>
      </pc:sldChg>
      <pc:sldChg chg="del">
        <pc:chgData name="#CUI SHUAIWEN#" userId="35a196ea-bcb8-475e-86cf-0b9eaca8a48f" providerId="ADAL" clId="{B211C9B5-261B-4942-BA9A-09F683ABF9B5}" dt="2025-05-28T08:18:02.345" v="4" actId="47"/>
        <pc:sldMkLst>
          <pc:docMk/>
          <pc:sldMk cId="2471880595" sldId="260"/>
        </pc:sldMkLst>
      </pc:sldChg>
      <pc:sldChg chg="addSp delSp modSp del mod">
        <pc:chgData name="#CUI SHUAIWEN#" userId="35a196ea-bcb8-475e-86cf-0b9eaca8a48f" providerId="ADAL" clId="{B211C9B5-261B-4942-BA9A-09F683ABF9B5}" dt="2025-05-28T10:17:30.141" v="2092" actId="47"/>
        <pc:sldMkLst>
          <pc:docMk/>
          <pc:sldMk cId="3210365687" sldId="261"/>
        </pc:sldMkLst>
        <pc:spChg chg="del">
          <ac:chgData name="#CUI SHUAIWEN#" userId="35a196ea-bcb8-475e-86cf-0b9eaca8a48f" providerId="ADAL" clId="{B211C9B5-261B-4942-BA9A-09F683ABF9B5}" dt="2025-05-28T09:33:34.180" v="1280" actId="478"/>
          <ac:spMkLst>
            <pc:docMk/>
            <pc:sldMk cId="3210365687" sldId="261"/>
            <ac:spMk id="2" creationId="{241DB4C5-59C4-57F0-70F0-35693E1BDE03}"/>
          </ac:spMkLst>
        </pc:spChg>
        <pc:spChg chg="del">
          <ac:chgData name="#CUI SHUAIWEN#" userId="35a196ea-bcb8-475e-86cf-0b9eaca8a48f" providerId="ADAL" clId="{B211C9B5-261B-4942-BA9A-09F683ABF9B5}" dt="2025-05-28T08:18:21.661" v="18" actId="478"/>
          <ac:spMkLst>
            <pc:docMk/>
            <pc:sldMk cId="3210365687" sldId="261"/>
            <ac:spMk id="3" creationId="{E5A56C6E-D9EC-7624-5718-91C4046D98AA}"/>
          </ac:spMkLst>
        </pc:spChg>
        <pc:spChg chg="del">
          <ac:chgData name="#CUI SHUAIWEN#" userId="35a196ea-bcb8-475e-86cf-0b9eaca8a48f" providerId="ADAL" clId="{B211C9B5-261B-4942-BA9A-09F683ABF9B5}" dt="2025-05-28T08:18:19.639" v="17" actId="478"/>
          <ac:spMkLst>
            <pc:docMk/>
            <pc:sldMk cId="3210365687" sldId="261"/>
            <ac:spMk id="4" creationId="{A0A1EB33-3A98-B643-509E-421064D96303}"/>
          </ac:spMkLst>
        </pc:spChg>
        <pc:spChg chg="add del mod">
          <ac:chgData name="#CUI SHUAIWEN#" userId="35a196ea-bcb8-475e-86cf-0b9eaca8a48f" providerId="ADAL" clId="{B211C9B5-261B-4942-BA9A-09F683ABF9B5}" dt="2025-05-28T09:33:34.524" v="1281"/>
          <ac:spMkLst>
            <pc:docMk/>
            <pc:sldMk cId="3210365687" sldId="261"/>
            <ac:spMk id="8" creationId="{4F91DCFE-1E33-5EF9-1FCD-A90C04ECA033}"/>
          </ac:spMkLst>
        </pc:spChg>
        <pc:spChg chg="del">
          <ac:chgData name="#CUI SHUAIWEN#" userId="35a196ea-bcb8-475e-86cf-0b9eaca8a48f" providerId="ADAL" clId="{B211C9B5-261B-4942-BA9A-09F683ABF9B5}" dt="2025-05-28T08:18:28.968" v="19" actId="478"/>
          <ac:spMkLst>
            <pc:docMk/>
            <pc:sldMk cId="3210365687" sldId="261"/>
            <ac:spMk id="9" creationId="{EAA49DD7-10EA-33CB-55D0-547B39666A89}"/>
          </ac:spMkLst>
        </pc:spChg>
        <pc:spChg chg="add del mod">
          <ac:chgData name="#CUI SHUAIWEN#" userId="35a196ea-bcb8-475e-86cf-0b9eaca8a48f" providerId="ADAL" clId="{B211C9B5-261B-4942-BA9A-09F683ABF9B5}" dt="2025-05-28T09:37:35.081" v="1349"/>
          <ac:spMkLst>
            <pc:docMk/>
            <pc:sldMk cId="3210365687" sldId="261"/>
            <ac:spMk id="29" creationId="{FC2BAFBF-18EC-36D1-80FE-F5DEB679C057}"/>
          </ac:spMkLst>
        </pc:spChg>
        <pc:graphicFrameChg chg="add del mod">
          <ac:chgData name="#CUI SHUAIWEN#" userId="35a196ea-bcb8-475e-86cf-0b9eaca8a48f" providerId="ADAL" clId="{B211C9B5-261B-4942-BA9A-09F683ABF9B5}" dt="2025-05-28T08:23:51.926" v="21" actId="478"/>
          <ac:graphicFrameMkLst>
            <pc:docMk/>
            <pc:sldMk cId="3210365687" sldId="261"/>
            <ac:graphicFrameMk id="5" creationId="{8A1359B7-BA50-8CD7-1FC5-B99A362B4C08}"/>
          </ac:graphicFrameMkLst>
        </pc:graphicFrameChg>
        <pc:picChg chg="add del mod">
          <ac:chgData name="#CUI SHUAIWEN#" userId="35a196ea-bcb8-475e-86cf-0b9eaca8a48f" providerId="ADAL" clId="{B211C9B5-261B-4942-BA9A-09F683ABF9B5}" dt="2025-05-28T09:34:13.841" v="1317" actId="21"/>
          <ac:picMkLst>
            <pc:docMk/>
            <pc:sldMk cId="3210365687" sldId="261"/>
            <ac:picMk id="11" creationId="{94BF7C7B-CEA3-A634-C8B0-4EF56D6358DF}"/>
          </ac:picMkLst>
        </pc:picChg>
        <pc:picChg chg="add del mod">
          <ac:chgData name="#CUI SHUAIWEN#" userId="35a196ea-bcb8-475e-86cf-0b9eaca8a48f" providerId="ADAL" clId="{B211C9B5-261B-4942-BA9A-09F683ABF9B5}" dt="2025-05-28T09:34:13.841" v="1317" actId="21"/>
          <ac:picMkLst>
            <pc:docMk/>
            <pc:sldMk cId="3210365687" sldId="261"/>
            <ac:picMk id="13" creationId="{6743DCC9-EF21-442D-36B8-FBF4B069E068}"/>
          </ac:picMkLst>
        </pc:picChg>
        <pc:picChg chg="add del mod">
          <ac:chgData name="#CUI SHUAIWEN#" userId="35a196ea-bcb8-475e-86cf-0b9eaca8a48f" providerId="ADAL" clId="{B211C9B5-261B-4942-BA9A-09F683ABF9B5}" dt="2025-05-28T09:34:13.841" v="1317" actId="21"/>
          <ac:picMkLst>
            <pc:docMk/>
            <pc:sldMk cId="3210365687" sldId="261"/>
            <ac:picMk id="15" creationId="{96B00D6F-A6A3-15B8-B1CF-8D4D16C6BE20}"/>
          </ac:picMkLst>
        </pc:picChg>
        <pc:picChg chg="add del mod">
          <ac:chgData name="#CUI SHUAIWEN#" userId="35a196ea-bcb8-475e-86cf-0b9eaca8a48f" providerId="ADAL" clId="{B211C9B5-261B-4942-BA9A-09F683ABF9B5}" dt="2025-05-28T09:34:13.841" v="1317" actId="21"/>
          <ac:picMkLst>
            <pc:docMk/>
            <pc:sldMk cId="3210365687" sldId="261"/>
            <ac:picMk id="17" creationId="{F1DF6073-173B-C1F8-4820-BDBFDBB45903}"/>
          </ac:picMkLst>
        </pc:picChg>
        <pc:picChg chg="add del mod">
          <ac:chgData name="#CUI SHUAIWEN#" userId="35a196ea-bcb8-475e-86cf-0b9eaca8a48f" providerId="ADAL" clId="{B211C9B5-261B-4942-BA9A-09F683ABF9B5}" dt="2025-05-28T09:34:13.841" v="1317" actId="21"/>
          <ac:picMkLst>
            <pc:docMk/>
            <pc:sldMk cId="3210365687" sldId="261"/>
            <ac:picMk id="19" creationId="{E598BDC8-A309-63C8-B903-CAE217AA5C74}"/>
          </ac:picMkLst>
        </pc:picChg>
        <pc:picChg chg="add del mod">
          <ac:chgData name="#CUI SHUAIWEN#" userId="35a196ea-bcb8-475e-86cf-0b9eaca8a48f" providerId="ADAL" clId="{B211C9B5-261B-4942-BA9A-09F683ABF9B5}" dt="2025-05-28T09:34:13.841" v="1317" actId="21"/>
          <ac:picMkLst>
            <pc:docMk/>
            <pc:sldMk cId="3210365687" sldId="261"/>
            <ac:picMk id="21" creationId="{FF665568-7022-2B77-85A5-1CF7BD61C630}"/>
          </ac:picMkLst>
        </pc:picChg>
        <pc:picChg chg="add del mod">
          <ac:chgData name="#CUI SHUAIWEN#" userId="35a196ea-bcb8-475e-86cf-0b9eaca8a48f" providerId="ADAL" clId="{B211C9B5-261B-4942-BA9A-09F683ABF9B5}" dt="2025-05-28T09:34:13.841" v="1317" actId="21"/>
          <ac:picMkLst>
            <pc:docMk/>
            <pc:sldMk cId="3210365687" sldId="261"/>
            <ac:picMk id="23" creationId="{0C090C97-BB3E-A48C-4E0A-6DDC967203CC}"/>
          </ac:picMkLst>
        </pc:picChg>
        <pc:picChg chg="add del mod">
          <ac:chgData name="#CUI SHUAIWEN#" userId="35a196ea-bcb8-475e-86cf-0b9eaca8a48f" providerId="ADAL" clId="{B211C9B5-261B-4942-BA9A-09F683ABF9B5}" dt="2025-05-28T09:34:13.841" v="1317" actId="21"/>
          <ac:picMkLst>
            <pc:docMk/>
            <pc:sldMk cId="3210365687" sldId="261"/>
            <ac:picMk id="25" creationId="{3E0CB445-B3D4-DE27-E641-C8CEA1557A38}"/>
          </ac:picMkLst>
        </pc:picChg>
        <pc:picChg chg="add del mod">
          <ac:chgData name="#CUI SHUAIWEN#" userId="35a196ea-bcb8-475e-86cf-0b9eaca8a48f" providerId="ADAL" clId="{B211C9B5-261B-4942-BA9A-09F683ABF9B5}" dt="2025-05-28T09:34:13.841" v="1317" actId="21"/>
          <ac:picMkLst>
            <pc:docMk/>
            <pc:sldMk cId="3210365687" sldId="261"/>
            <ac:picMk id="27" creationId="{83A1C6B1-9EE0-F70F-379F-14FD1AFE6C97}"/>
          </ac:picMkLst>
        </pc:picChg>
        <pc:picChg chg="add mod">
          <ac:chgData name="#CUI SHUAIWEN#" userId="35a196ea-bcb8-475e-86cf-0b9eaca8a48f" providerId="ADAL" clId="{B211C9B5-261B-4942-BA9A-09F683ABF9B5}" dt="2025-05-28T09:37:40.619" v="1357" actId="1076"/>
          <ac:picMkLst>
            <pc:docMk/>
            <pc:sldMk cId="3210365687" sldId="261"/>
            <ac:picMk id="31" creationId="{5359E0B2-A0B8-54AD-0362-A5BA57865CFC}"/>
          </ac:picMkLst>
        </pc:picChg>
        <pc:picChg chg="add mod">
          <ac:chgData name="#CUI SHUAIWEN#" userId="35a196ea-bcb8-475e-86cf-0b9eaca8a48f" providerId="ADAL" clId="{B211C9B5-261B-4942-BA9A-09F683ABF9B5}" dt="2025-05-28T09:49:47.478" v="1667" actId="1076"/>
          <ac:picMkLst>
            <pc:docMk/>
            <pc:sldMk cId="3210365687" sldId="261"/>
            <ac:picMk id="33" creationId="{785408BA-3938-ECB8-2273-E5B172B8B086}"/>
          </ac:picMkLst>
        </pc:picChg>
        <pc:picChg chg="add mod">
          <ac:chgData name="#CUI SHUAIWEN#" userId="35a196ea-bcb8-475e-86cf-0b9eaca8a48f" providerId="ADAL" clId="{B211C9B5-261B-4942-BA9A-09F683ABF9B5}" dt="2025-05-28T09:49:52.725" v="1681" actId="1076"/>
          <ac:picMkLst>
            <pc:docMk/>
            <pc:sldMk cId="3210365687" sldId="261"/>
            <ac:picMk id="35" creationId="{22622B13-ABD4-13FA-637C-00D7484DBA2D}"/>
          </ac:picMkLst>
        </pc:picChg>
        <pc:picChg chg="add mod">
          <ac:chgData name="#CUI SHUAIWEN#" userId="35a196ea-bcb8-475e-86cf-0b9eaca8a48f" providerId="ADAL" clId="{B211C9B5-261B-4942-BA9A-09F683ABF9B5}" dt="2025-05-28T09:50:12.657" v="1691" actId="14100"/>
          <ac:picMkLst>
            <pc:docMk/>
            <pc:sldMk cId="3210365687" sldId="261"/>
            <ac:picMk id="37" creationId="{CF35AC46-71BA-3F06-22D4-8739E59E4666}"/>
          </ac:picMkLst>
        </pc:picChg>
        <pc:picChg chg="add mod">
          <ac:chgData name="#CUI SHUAIWEN#" userId="35a196ea-bcb8-475e-86cf-0b9eaca8a48f" providerId="ADAL" clId="{B211C9B5-261B-4942-BA9A-09F683ABF9B5}" dt="2025-05-28T09:50:12.657" v="1691" actId="14100"/>
          <ac:picMkLst>
            <pc:docMk/>
            <pc:sldMk cId="3210365687" sldId="261"/>
            <ac:picMk id="39" creationId="{D7FD960B-8A0D-0D0B-7FE2-64D702B7C2FD}"/>
          </ac:picMkLst>
        </pc:picChg>
        <pc:picChg chg="add mod">
          <ac:chgData name="#CUI SHUAIWEN#" userId="35a196ea-bcb8-475e-86cf-0b9eaca8a48f" providerId="ADAL" clId="{B211C9B5-261B-4942-BA9A-09F683ABF9B5}" dt="2025-05-28T09:50:12.657" v="1691" actId="14100"/>
          <ac:picMkLst>
            <pc:docMk/>
            <pc:sldMk cId="3210365687" sldId="261"/>
            <ac:picMk id="41" creationId="{D107AC5E-2A41-2CA3-FAC8-327BFC1C02DF}"/>
          </ac:picMkLst>
        </pc:picChg>
        <pc:picChg chg="add mod">
          <ac:chgData name="#CUI SHUAIWEN#" userId="35a196ea-bcb8-475e-86cf-0b9eaca8a48f" providerId="ADAL" clId="{B211C9B5-261B-4942-BA9A-09F683ABF9B5}" dt="2025-05-28T09:50:14.835" v="1693" actId="1076"/>
          <ac:picMkLst>
            <pc:docMk/>
            <pc:sldMk cId="3210365687" sldId="261"/>
            <ac:picMk id="43" creationId="{074F58AC-F333-D7F5-9AC5-425683F55BF2}"/>
          </ac:picMkLst>
        </pc:picChg>
        <pc:picChg chg="add mod">
          <ac:chgData name="#CUI SHUAIWEN#" userId="35a196ea-bcb8-475e-86cf-0b9eaca8a48f" providerId="ADAL" clId="{B211C9B5-261B-4942-BA9A-09F683ABF9B5}" dt="2025-05-28T09:50:14.136" v="1692" actId="1076"/>
          <ac:picMkLst>
            <pc:docMk/>
            <pc:sldMk cId="3210365687" sldId="261"/>
            <ac:picMk id="45" creationId="{B2A00D3A-A1AD-9B1C-6D8C-595904D80764}"/>
          </ac:picMkLst>
        </pc:picChg>
        <pc:picChg chg="add mod">
          <ac:chgData name="#CUI SHUAIWEN#" userId="35a196ea-bcb8-475e-86cf-0b9eaca8a48f" providerId="ADAL" clId="{B211C9B5-261B-4942-BA9A-09F683ABF9B5}" dt="2025-05-28T09:50:12.657" v="1691" actId="14100"/>
          <ac:picMkLst>
            <pc:docMk/>
            <pc:sldMk cId="3210365687" sldId="261"/>
            <ac:picMk id="47" creationId="{23BE68F2-E017-CDAB-8ECA-DBCFA4F68A17}"/>
          </ac:picMkLst>
        </pc:picChg>
        <pc:picChg chg="add mod">
          <ac:chgData name="#CUI SHUAIWEN#" userId="35a196ea-bcb8-475e-86cf-0b9eaca8a48f" providerId="ADAL" clId="{B211C9B5-261B-4942-BA9A-09F683ABF9B5}" dt="2025-05-28T09:54:27.187" v="1808" actId="14100"/>
          <ac:picMkLst>
            <pc:docMk/>
            <pc:sldMk cId="3210365687" sldId="261"/>
            <ac:picMk id="49" creationId="{9BF1FCDC-E8CA-0488-A77A-1A13A9026B5F}"/>
          </ac:picMkLst>
        </pc:picChg>
        <pc:picChg chg="add mod">
          <ac:chgData name="#CUI SHUAIWEN#" userId="35a196ea-bcb8-475e-86cf-0b9eaca8a48f" providerId="ADAL" clId="{B211C9B5-261B-4942-BA9A-09F683ABF9B5}" dt="2025-05-28T09:54:27.187" v="1808" actId="14100"/>
          <ac:picMkLst>
            <pc:docMk/>
            <pc:sldMk cId="3210365687" sldId="261"/>
            <ac:picMk id="51" creationId="{07660F92-D800-71D6-A4E2-5C01B7D3115E}"/>
          </ac:picMkLst>
        </pc:picChg>
        <pc:picChg chg="add mod">
          <ac:chgData name="#CUI SHUAIWEN#" userId="35a196ea-bcb8-475e-86cf-0b9eaca8a48f" providerId="ADAL" clId="{B211C9B5-261B-4942-BA9A-09F683ABF9B5}" dt="2025-05-28T09:54:27.187" v="1808" actId="14100"/>
          <ac:picMkLst>
            <pc:docMk/>
            <pc:sldMk cId="3210365687" sldId="261"/>
            <ac:picMk id="53" creationId="{3DE8FF8F-9991-F1EF-5260-4882B831A212}"/>
          </ac:picMkLst>
        </pc:picChg>
      </pc:sldChg>
      <pc:sldChg chg="addSp delSp modSp add mod modNotesTx">
        <pc:chgData name="#CUI SHUAIWEN#" userId="35a196ea-bcb8-475e-86cf-0b9eaca8a48f" providerId="ADAL" clId="{B211C9B5-261B-4942-BA9A-09F683ABF9B5}" dt="2025-05-28T14:37:23.831" v="2244"/>
        <pc:sldMkLst>
          <pc:docMk/>
          <pc:sldMk cId="1279713471" sldId="262"/>
        </pc:sldMkLst>
        <pc:spChg chg="del">
          <ac:chgData name="#CUI SHUAIWEN#" userId="35a196ea-bcb8-475e-86cf-0b9eaca8a48f" providerId="ADAL" clId="{B211C9B5-261B-4942-BA9A-09F683ABF9B5}" dt="2025-05-28T08:26:54.176" v="24" actId="478"/>
          <ac:spMkLst>
            <pc:docMk/>
            <pc:sldMk cId="1279713471" sldId="262"/>
            <ac:spMk id="2" creationId="{4749A27E-1C50-8550-57DE-3CA806314BDE}"/>
          </ac:spMkLst>
        </pc:spChg>
        <pc:spChg chg="add mod">
          <ac:chgData name="#CUI SHUAIWEN#" userId="35a196ea-bcb8-475e-86cf-0b9eaca8a48f" providerId="ADAL" clId="{B211C9B5-261B-4942-BA9A-09F683ABF9B5}" dt="2025-05-28T13:41:06.681" v="2238" actId="164"/>
          <ac:spMkLst>
            <pc:docMk/>
            <pc:sldMk cId="1279713471" sldId="262"/>
            <ac:spMk id="4" creationId="{1A42090B-2A5F-7A51-5C1E-B9C77E4163BD}"/>
          </ac:spMkLst>
        </pc:spChg>
        <pc:spChg chg="add del mod">
          <ac:chgData name="#CUI SHUAIWEN#" userId="35a196ea-bcb8-475e-86cf-0b9eaca8a48f" providerId="ADAL" clId="{B211C9B5-261B-4942-BA9A-09F683ABF9B5}" dt="2025-05-28T08:26:56.726" v="25" actId="478"/>
          <ac:spMkLst>
            <pc:docMk/>
            <pc:sldMk cId="1279713471" sldId="262"/>
            <ac:spMk id="4" creationId="{BA771B99-87FA-1A19-53E5-6483E5AB7E7F}"/>
          </ac:spMkLst>
        </pc:spChg>
        <pc:spChg chg="add del mod">
          <ac:chgData name="#CUI SHUAIWEN#" userId="35a196ea-bcb8-475e-86cf-0b9eaca8a48f" providerId="ADAL" clId="{B211C9B5-261B-4942-BA9A-09F683ABF9B5}" dt="2025-05-28T08:31:52.195" v="132" actId="478"/>
          <ac:spMkLst>
            <pc:docMk/>
            <pc:sldMk cId="1279713471" sldId="262"/>
            <ac:spMk id="5" creationId="{9C93899D-549A-9EAE-B212-3C89BBC5D3D6}"/>
          </ac:spMkLst>
        </pc:spChg>
        <pc:spChg chg="add del mod">
          <ac:chgData name="#CUI SHUAIWEN#" userId="35a196ea-bcb8-475e-86cf-0b9eaca8a48f" providerId="ADAL" clId="{B211C9B5-261B-4942-BA9A-09F683ABF9B5}" dt="2025-05-28T08:33:58.118" v="145" actId="478"/>
          <ac:spMkLst>
            <pc:docMk/>
            <pc:sldMk cId="1279713471" sldId="262"/>
            <ac:spMk id="6" creationId="{764FBC38-4E2D-D1CF-7051-797C7EBE9BA4}"/>
          </ac:spMkLst>
        </pc:spChg>
        <pc:spChg chg="mod">
          <ac:chgData name="#CUI SHUAIWEN#" userId="35a196ea-bcb8-475e-86cf-0b9eaca8a48f" providerId="ADAL" clId="{B211C9B5-261B-4942-BA9A-09F683ABF9B5}" dt="2025-05-28T09:16:27.660" v="977" actId="1076"/>
          <ac:spMkLst>
            <pc:docMk/>
            <pc:sldMk cId="1279713471" sldId="262"/>
            <ac:spMk id="7" creationId="{34316A8B-8113-521F-F1D0-E647C274C168}"/>
          </ac:spMkLst>
        </pc:spChg>
        <pc:spChg chg="add del mod">
          <ac:chgData name="#CUI SHUAIWEN#" userId="35a196ea-bcb8-475e-86cf-0b9eaca8a48f" providerId="ADAL" clId="{B211C9B5-261B-4942-BA9A-09F683ABF9B5}" dt="2025-05-28T08:52:17.205" v="592" actId="478"/>
          <ac:spMkLst>
            <pc:docMk/>
            <pc:sldMk cId="1279713471" sldId="262"/>
            <ac:spMk id="10" creationId="{1368DC98-21D8-A8BF-7404-06CBB9F4A2B7}"/>
          </ac:spMkLst>
        </pc:spChg>
        <pc:spChg chg="add mod">
          <ac:chgData name="#CUI SHUAIWEN#" userId="35a196ea-bcb8-475e-86cf-0b9eaca8a48f" providerId="ADAL" clId="{B211C9B5-261B-4942-BA9A-09F683ABF9B5}" dt="2025-05-28T09:16:33.542" v="978" actId="1076"/>
          <ac:spMkLst>
            <pc:docMk/>
            <pc:sldMk cId="1279713471" sldId="262"/>
            <ac:spMk id="11" creationId="{089E5438-8064-C734-7404-FE782F14E0AE}"/>
          </ac:spMkLst>
        </pc:spChg>
        <pc:spChg chg="add del mod">
          <ac:chgData name="#CUI SHUAIWEN#" userId="35a196ea-bcb8-475e-86cf-0b9eaca8a48f" providerId="ADAL" clId="{B211C9B5-261B-4942-BA9A-09F683ABF9B5}" dt="2025-05-28T08:52:18.666" v="593" actId="478"/>
          <ac:spMkLst>
            <pc:docMk/>
            <pc:sldMk cId="1279713471" sldId="262"/>
            <ac:spMk id="15" creationId="{F6199FE8-DF3D-6F26-BC95-F1A543AD43A5}"/>
          </ac:spMkLst>
        </pc:spChg>
        <pc:spChg chg="add mod">
          <ac:chgData name="#CUI SHUAIWEN#" userId="35a196ea-bcb8-475e-86cf-0b9eaca8a48f" providerId="ADAL" clId="{B211C9B5-261B-4942-BA9A-09F683ABF9B5}" dt="2025-05-28T13:41:10.205" v="2239" actId="14100"/>
          <ac:spMkLst>
            <pc:docMk/>
            <pc:sldMk cId="1279713471" sldId="262"/>
            <ac:spMk id="16" creationId="{F79B4686-13EC-FA93-2F0A-477E112A0D11}"/>
          </ac:spMkLst>
        </pc:spChg>
        <pc:spChg chg="add mod">
          <ac:chgData name="#CUI SHUAIWEN#" userId="35a196ea-bcb8-475e-86cf-0b9eaca8a48f" providerId="ADAL" clId="{B211C9B5-261B-4942-BA9A-09F683ABF9B5}" dt="2025-05-28T10:19:39.385" v="2113" actId="1076"/>
          <ac:spMkLst>
            <pc:docMk/>
            <pc:sldMk cId="1279713471" sldId="262"/>
            <ac:spMk id="20" creationId="{D047AEAA-D064-EB58-B756-06A6BD16C642}"/>
          </ac:spMkLst>
        </pc:spChg>
        <pc:spChg chg="add del mod">
          <ac:chgData name="#CUI SHUAIWEN#" userId="35a196ea-bcb8-475e-86cf-0b9eaca8a48f" providerId="ADAL" clId="{B211C9B5-261B-4942-BA9A-09F683ABF9B5}" dt="2025-05-28T08:47:18.168" v="439" actId="478"/>
          <ac:spMkLst>
            <pc:docMk/>
            <pc:sldMk cId="1279713471" sldId="262"/>
            <ac:spMk id="21" creationId="{A35929C6-D26C-660F-F693-715D9BFC5152}"/>
          </ac:spMkLst>
        </pc:spChg>
        <pc:spChg chg="add mod">
          <ac:chgData name="#CUI SHUAIWEN#" userId="35a196ea-bcb8-475e-86cf-0b9eaca8a48f" providerId="ADAL" clId="{B211C9B5-261B-4942-BA9A-09F683ABF9B5}" dt="2025-05-28T10:19:30.316" v="2110" actId="1076"/>
          <ac:spMkLst>
            <pc:docMk/>
            <pc:sldMk cId="1279713471" sldId="262"/>
            <ac:spMk id="22" creationId="{F6C6322E-B851-BD5F-AE47-D8070D429962}"/>
          </ac:spMkLst>
        </pc:spChg>
        <pc:spChg chg="add mod">
          <ac:chgData name="#CUI SHUAIWEN#" userId="35a196ea-bcb8-475e-86cf-0b9eaca8a48f" providerId="ADAL" clId="{B211C9B5-261B-4942-BA9A-09F683ABF9B5}" dt="2025-05-28T08:45:33.934" v="422" actId="571"/>
          <ac:spMkLst>
            <pc:docMk/>
            <pc:sldMk cId="1279713471" sldId="262"/>
            <ac:spMk id="23" creationId="{0EA35B03-8383-E99E-5053-8EA8B15621ED}"/>
          </ac:spMkLst>
        </pc:spChg>
        <pc:spChg chg="add mod">
          <ac:chgData name="#CUI SHUAIWEN#" userId="35a196ea-bcb8-475e-86cf-0b9eaca8a48f" providerId="ADAL" clId="{B211C9B5-261B-4942-BA9A-09F683ABF9B5}" dt="2025-05-28T08:45:33.934" v="422" actId="571"/>
          <ac:spMkLst>
            <pc:docMk/>
            <pc:sldMk cId="1279713471" sldId="262"/>
            <ac:spMk id="24" creationId="{04B25BAC-AF2E-35C2-7FE4-2A08F17B6C1C}"/>
          </ac:spMkLst>
        </pc:spChg>
        <pc:spChg chg="add mod">
          <ac:chgData name="#CUI SHUAIWEN#" userId="35a196ea-bcb8-475e-86cf-0b9eaca8a48f" providerId="ADAL" clId="{B211C9B5-261B-4942-BA9A-09F683ABF9B5}" dt="2025-05-28T10:19:30.316" v="2110" actId="1076"/>
          <ac:spMkLst>
            <pc:docMk/>
            <pc:sldMk cId="1279713471" sldId="262"/>
            <ac:spMk id="27" creationId="{71000F33-A7F4-9194-AF3C-96807227221C}"/>
          </ac:spMkLst>
        </pc:spChg>
        <pc:spChg chg="add mod">
          <ac:chgData name="#CUI SHUAIWEN#" userId="35a196ea-bcb8-475e-86cf-0b9eaca8a48f" providerId="ADAL" clId="{B211C9B5-261B-4942-BA9A-09F683ABF9B5}" dt="2025-05-28T09:16:33.542" v="978" actId="1076"/>
          <ac:spMkLst>
            <pc:docMk/>
            <pc:sldMk cId="1279713471" sldId="262"/>
            <ac:spMk id="28" creationId="{ED3A1C5F-439F-BCC9-BF4A-28FE801E6AF0}"/>
          </ac:spMkLst>
        </pc:spChg>
        <pc:spChg chg="add mod">
          <ac:chgData name="#CUI SHUAIWEN#" userId="35a196ea-bcb8-475e-86cf-0b9eaca8a48f" providerId="ADAL" clId="{B211C9B5-261B-4942-BA9A-09F683ABF9B5}" dt="2025-05-28T10:20:00.953" v="2118" actId="1076"/>
          <ac:spMkLst>
            <pc:docMk/>
            <pc:sldMk cId="1279713471" sldId="262"/>
            <ac:spMk id="29" creationId="{EC2EDD0E-9AA2-881C-AD09-4BF38C563202}"/>
          </ac:spMkLst>
        </pc:spChg>
        <pc:spChg chg="add del mod">
          <ac:chgData name="#CUI SHUAIWEN#" userId="35a196ea-bcb8-475e-86cf-0b9eaca8a48f" providerId="ADAL" clId="{B211C9B5-261B-4942-BA9A-09F683ABF9B5}" dt="2025-05-28T08:57:19.803" v="697" actId="478"/>
          <ac:spMkLst>
            <pc:docMk/>
            <pc:sldMk cId="1279713471" sldId="262"/>
            <ac:spMk id="32" creationId="{23989040-AEC7-C25E-EB0A-87CC4617FE08}"/>
          </ac:spMkLst>
        </pc:spChg>
        <pc:spChg chg="add mod">
          <ac:chgData name="#CUI SHUAIWEN#" userId="35a196ea-bcb8-475e-86cf-0b9eaca8a48f" providerId="ADAL" clId="{B211C9B5-261B-4942-BA9A-09F683ABF9B5}" dt="2025-05-28T09:14:28.576" v="958" actId="164"/>
          <ac:spMkLst>
            <pc:docMk/>
            <pc:sldMk cId="1279713471" sldId="262"/>
            <ac:spMk id="33" creationId="{F67E1799-B68F-B069-9844-EB8BAB5EE904}"/>
          </ac:spMkLst>
        </pc:spChg>
        <pc:spChg chg="add mod">
          <ac:chgData name="#CUI SHUAIWEN#" userId="35a196ea-bcb8-475e-86cf-0b9eaca8a48f" providerId="ADAL" clId="{B211C9B5-261B-4942-BA9A-09F683ABF9B5}" dt="2025-05-28T09:14:31.842" v="959" actId="164"/>
          <ac:spMkLst>
            <pc:docMk/>
            <pc:sldMk cId="1279713471" sldId="262"/>
            <ac:spMk id="34" creationId="{B38D7091-962F-D789-4B9C-DABBF2C1EB26}"/>
          </ac:spMkLst>
        </pc:spChg>
        <pc:spChg chg="add mod">
          <ac:chgData name="#CUI SHUAIWEN#" userId="35a196ea-bcb8-475e-86cf-0b9eaca8a48f" providerId="ADAL" clId="{B211C9B5-261B-4942-BA9A-09F683ABF9B5}" dt="2025-05-28T09:14:35.196" v="960" actId="164"/>
          <ac:spMkLst>
            <pc:docMk/>
            <pc:sldMk cId="1279713471" sldId="262"/>
            <ac:spMk id="35" creationId="{A4F2E125-0D23-0ABA-2109-0F8C0A102BB4}"/>
          </ac:spMkLst>
        </pc:spChg>
        <pc:spChg chg="add mod">
          <ac:chgData name="#CUI SHUAIWEN#" userId="35a196ea-bcb8-475e-86cf-0b9eaca8a48f" providerId="ADAL" clId="{B211C9B5-261B-4942-BA9A-09F683ABF9B5}" dt="2025-05-28T09:14:38.053" v="961" actId="164"/>
          <ac:spMkLst>
            <pc:docMk/>
            <pc:sldMk cId="1279713471" sldId="262"/>
            <ac:spMk id="36" creationId="{5A076B3A-96A9-38F7-511F-492009073003}"/>
          </ac:spMkLst>
        </pc:spChg>
        <pc:spChg chg="add mod">
          <ac:chgData name="#CUI SHUAIWEN#" userId="35a196ea-bcb8-475e-86cf-0b9eaca8a48f" providerId="ADAL" clId="{B211C9B5-261B-4942-BA9A-09F683ABF9B5}" dt="2025-05-28T09:19:13.651" v="1015" actId="1076"/>
          <ac:spMkLst>
            <pc:docMk/>
            <pc:sldMk cId="1279713471" sldId="262"/>
            <ac:spMk id="37" creationId="{60988672-5D45-B39A-E702-6BFF8520CB6C}"/>
          </ac:spMkLst>
        </pc:spChg>
        <pc:spChg chg="add mod">
          <ac:chgData name="#CUI SHUAIWEN#" userId="35a196ea-bcb8-475e-86cf-0b9eaca8a48f" providerId="ADAL" clId="{B211C9B5-261B-4942-BA9A-09F683ABF9B5}" dt="2025-05-28T09:19:13.651" v="1015" actId="1076"/>
          <ac:spMkLst>
            <pc:docMk/>
            <pc:sldMk cId="1279713471" sldId="262"/>
            <ac:spMk id="38" creationId="{1CDBA658-A615-2D7E-1218-F7639320FAF9}"/>
          </ac:spMkLst>
        </pc:spChg>
        <pc:spChg chg="add del mod">
          <ac:chgData name="#CUI SHUAIWEN#" userId="35a196ea-bcb8-475e-86cf-0b9eaca8a48f" providerId="ADAL" clId="{B211C9B5-261B-4942-BA9A-09F683ABF9B5}" dt="2025-05-28T09:04:04.146" v="839" actId="478"/>
          <ac:spMkLst>
            <pc:docMk/>
            <pc:sldMk cId="1279713471" sldId="262"/>
            <ac:spMk id="42" creationId="{C4879AB7-BE0D-8D7A-396F-90A7CBBD13C2}"/>
          </ac:spMkLst>
        </pc:spChg>
        <pc:spChg chg="add del mod">
          <ac:chgData name="#CUI SHUAIWEN#" userId="35a196ea-bcb8-475e-86cf-0b9eaca8a48f" providerId="ADAL" clId="{B211C9B5-261B-4942-BA9A-09F683ABF9B5}" dt="2025-05-28T09:04:05.579" v="840" actId="478"/>
          <ac:spMkLst>
            <pc:docMk/>
            <pc:sldMk cId="1279713471" sldId="262"/>
            <ac:spMk id="43" creationId="{5878F69A-5663-BF75-69EE-57072893D21C}"/>
          </ac:spMkLst>
        </pc:spChg>
        <pc:spChg chg="add del mod">
          <ac:chgData name="#CUI SHUAIWEN#" userId="35a196ea-bcb8-475e-86cf-0b9eaca8a48f" providerId="ADAL" clId="{B211C9B5-261B-4942-BA9A-09F683ABF9B5}" dt="2025-05-28T09:11:01.125" v="913" actId="478"/>
          <ac:spMkLst>
            <pc:docMk/>
            <pc:sldMk cId="1279713471" sldId="262"/>
            <ac:spMk id="52" creationId="{7F8CDFF4-971D-9D47-06E7-4821158B2E7A}"/>
          </ac:spMkLst>
        </pc:spChg>
        <pc:spChg chg="add del mod">
          <ac:chgData name="#CUI SHUAIWEN#" userId="35a196ea-bcb8-475e-86cf-0b9eaca8a48f" providerId="ADAL" clId="{B211C9B5-261B-4942-BA9A-09F683ABF9B5}" dt="2025-05-28T09:12:34.799" v="942" actId="478"/>
          <ac:spMkLst>
            <pc:docMk/>
            <pc:sldMk cId="1279713471" sldId="262"/>
            <ac:spMk id="57" creationId="{971B34A7-EA59-BB13-7AE3-925A050DF106}"/>
          </ac:spMkLst>
        </pc:spChg>
        <pc:spChg chg="add del mod">
          <ac:chgData name="#CUI SHUAIWEN#" userId="35a196ea-bcb8-475e-86cf-0b9eaca8a48f" providerId="ADAL" clId="{B211C9B5-261B-4942-BA9A-09F683ABF9B5}" dt="2025-05-28T09:11:02.584" v="914" actId="478"/>
          <ac:spMkLst>
            <pc:docMk/>
            <pc:sldMk cId="1279713471" sldId="262"/>
            <ac:spMk id="58" creationId="{B2F50E53-F68C-17AE-C146-F66A5A272DCD}"/>
          </ac:spMkLst>
        </pc:spChg>
        <pc:spChg chg="add mod">
          <ac:chgData name="#CUI SHUAIWEN#" userId="35a196ea-bcb8-475e-86cf-0b9eaca8a48f" providerId="ADAL" clId="{B211C9B5-261B-4942-BA9A-09F683ABF9B5}" dt="2025-05-28T09:14:31.842" v="959" actId="164"/>
          <ac:spMkLst>
            <pc:docMk/>
            <pc:sldMk cId="1279713471" sldId="262"/>
            <ac:spMk id="59" creationId="{7F3D0729-3C04-C616-789F-742CAFD449A3}"/>
          </ac:spMkLst>
        </pc:spChg>
        <pc:spChg chg="add mod">
          <ac:chgData name="#CUI SHUAIWEN#" userId="35a196ea-bcb8-475e-86cf-0b9eaca8a48f" providerId="ADAL" clId="{B211C9B5-261B-4942-BA9A-09F683ABF9B5}" dt="2025-05-28T09:14:31.842" v="959" actId="164"/>
          <ac:spMkLst>
            <pc:docMk/>
            <pc:sldMk cId="1279713471" sldId="262"/>
            <ac:spMk id="60" creationId="{B60B7F9A-7168-F907-37A8-564511CF9C7D}"/>
          </ac:spMkLst>
        </pc:spChg>
        <pc:spChg chg="add mod">
          <ac:chgData name="#CUI SHUAIWEN#" userId="35a196ea-bcb8-475e-86cf-0b9eaca8a48f" providerId="ADAL" clId="{B211C9B5-261B-4942-BA9A-09F683ABF9B5}" dt="2025-05-28T09:14:35.196" v="960" actId="164"/>
          <ac:spMkLst>
            <pc:docMk/>
            <pc:sldMk cId="1279713471" sldId="262"/>
            <ac:spMk id="61" creationId="{0F79F7E4-5B41-7B71-3988-BE269968EA18}"/>
          </ac:spMkLst>
        </pc:spChg>
        <pc:spChg chg="add mod">
          <ac:chgData name="#CUI SHUAIWEN#" userId="35a196ea-bcb8-475e-86cf-0b9eaca8a48f" providerId="ADAL" clId="{B211C9B5-261B-4942-BA9A-09F683ABF9B5}" dt="2025-05-28T09:14:38.053" v="961" actId="164"/>
          <ac:spMkLst>
            <pc:docMk/>
            <pc:sldMk cId="1279713471" sldId="262"/>
            <ac:spMk id="62" creationId="{F5228558-EDC1-FD19-0265-6DBD30650716}"/>
          </ac:spMkLst>
        </pc:spChg>
        <pc:spChg chg="add mod">
          <ac:chgData name="#CUI SHUAIWEN#" userId="35a196ea-bcb8-475e-86cf-0b9eaca8a48f" providerId="ADAL" clId="{B211C9B5-261B-4942-BA9A-09F683ABF9B5}" dt="2025-05-28T09:14:35.196" v="960" actId="164"/>
          <ac:spMkLst>
            <pc:docMk/>
            <pc:sldMk cId="1279713471" sldId="262"/>
            <ac:spMk id="63" creationId="{7793A3A0-893A-D2E9-DE41-556E4ECC0650}"/>
          </ac:spMkLst>
        </pc:spChg>
        <pc:spChg chg="add mod">
          <ac:chgData name="#CUI SHUAIWEN#" userId="35a196ea-bcb8-475e-86cf-0b9eaca8a48f" providerId="ADAL" clId="{B211C9B5-261B-4942-BA9A-09F683ABF9B5}" dt="2025-05-28T09:14:38.053" v="961" actId="164"/>
          <ac:spMkLst>
            <pc:docMk/>
            <pc:sldMk cId="1279713471" sldId="262"/>
            <ac:spMk id="64" creationId="{CA020C95-1708-F640-A711-212DC222E71D}"/>
          </ac:spMkLst>
        </pc:spChg>
        <pc:spChg chg="add mod topLvl">
          <ac:chgData name="#CUI SHUAIWEN#" userId="35a196ea-bcb8-475e-86cf-0b9eaca8a48f" providerId="ADAL" clId="{B211C9B5-261B-4942-BA9A-09F683ABF9B5}" dt="2025-05-28T10:18:26.405" v="2099" actId="164"/>
          <ac:spMkLst>
            <pc:docMk/>
            <pc:sldMk cId="1279713471" sldId="262"/>
            <ac:spMk id="71" creationId="{1AF1CC7E-1755-39FE-72F8-70DC1D4BC6B0}"/>
          </ac:spMkLst>
        </pc:spChg>
        <pc:spChg chg="add mod topLvl">
          <ac:chgData name="#CUI SHUAIWEN#" userId="35a196ea-bcb8-475e-86cf-0b9eaca8a48f" providerId="ADAL" clId="{B211C9B5-261B-4942-BA9A-09F683ABF9B5}" dt="2025-05-28T10:18:31.162" v="2100" actId="164"/>
          <ac:spMkLst>
            <pc:docMk/>
            <pc:sldMk cId="1279713471" sldId="262"/>
            <ac:spMk id="72" creationId="{1798D38D-6EB0-1E90-3695-3C818ADA4EAF}"/>
          </ac:spMkLst>
        </pc:spChg>
        <pc:spChg chg="add mod topLvl">
          <ac:chgData name="#CUI SHUAIWEN#" userId="35a196ea-bcb8-475e-86cf-0b9eaca8a48f" providerId="ADAL" clId="{B211C9B5-261B-4942-BA9A-09F683ABF9B5}" dt="2025-05-28T13:41:06.681" v="2238" actId="164"/>
          <ac:spMkLst>
            <pc:docMk/>
            <pc:sldMk cId="1279713471" sldId="262"/>
            <ac:spMk id="73" creationId="{929D9073-8211-E1B9-2085-DFB29BA94249}"/>
          </ac:spMkLst>
        </pc:spChg>
        <pc:spChg chg="add mod topLvl">
          <ac:chgData name="#CUI SHUAIWEN#" userId="35a196ea-bcb8-475e-86cf-0b9eaca8a48f" providerId="ADAL" clId="{B211C9B5-261B-4942-BA9A-09F683ABF9B5}" dt="2025-05-28T10:21:47.201" v="2143" actId="1076"/>
          <ac:spMkLst>
            <pc:docMk/>
            <pc:sldMk cId="1279713471" sldId="262"/>
            <ac:spMk id="74" creationId="{8284B58C-D6F9-3ED1-A025-3CCB37AF5173}"/>
          </ac:spMkLst>
        </pc:spChg>
        <pc:spChg chg="add mod topLvl">
          <ac:chgData name="#CUI SHUAIWEN#" userId="35a196ea-bcb8-475e-86cf-0b9eaca8a48f" providerId="ADAL" clId="{B211C9B5-261B-4942-BA9A-09F683ABF9B5}" dt="2025-05-28T10:18:26.405" v="2099" actId="164"/>
          <ac:spMkLst>
            <pc:docMk/>
            <pc:sldMk cId="1279713471" sldId="262"/>
            <ac:spMk id="109" creationId="{B90EBE7A-CC4D-6F1A-2B97-C4CA9DB6E1D5}"/>
          </ac:spMkLst>
        </pc:spChg>
        <pc:spChg chg="add mod topLvl">
          <ac:chgData name="#CUI SHUAIWEN#" userId="35a196ea-bcb8-475e-86cf-0b9eaca8a48f" providerId="ADAL" clId="{B211C9B5-261B-4942-BA9A-09F683ABF9B5}" dt="2025-05-28T10:18:26.405" v="2099" actId="164"/>
          <ac:spMkLst>
            <pc:docMk/>
            <pc:sldMk cId="1279713471" sldId="262"/>
            <ac:spMk id="110" creationId="{9051DA1E-4450-5E2B-B661-B38D88CD0BBE}"/>
          </ac:spMkLst>
        </pc:spChg>
        <pc:spChg chg="add mod topLvl">
          <ac:chgData name="#CUI SHUAIWEN#" userId="35a196ea-bcb8-475e-86cf-0b9eaca8a48f" providerId="ADAL" clId="{B211C9B5-261B-4942-BA9A-09F683ABF9B5}" dt="2025-05-28T10:18:26.405" v="2099" actId="164"/>
          <ac:spMkLst>
            <pc:docMk/>
            <pc:sldMk cId="1279713471" sldId="262"/>
            <ac:spMk id="111" creationId="{28BB1913-3C11-3C55-5D7D-93D831F9342D}"/>
          </ac:spMkLst>
        </pc:spChg>
        <pc:spChg chg="add mod topLvl">
          <ac:chgData name="#CUI SHUAIWEN#" userId="35a196ea-bcb8-475e-86cf-0b9eaca8a48f" providerId="ADAL" clId="{B211C9B5-261B-4942-BA9A-09F683ABF9B5}" dt="2025-05-28T10:18:26.405" v="2099" actId="164"/>
          <ac:spMkLst>
            <pc:docMk/>
            <pc:sldMk cId="1279713471" sldId="262"/>
            <ac:spMk id="112" creationId="{021F4483-8BB4-11FF-2C68-11DAF44E8BE6}"/>
          </ac:spMkLst>
        </pc:spChg>
        <pc:spChg chg="add mod topLvl">
          <ac:chgData name="#CUI SHUAIWEN#" userId="35a196ea-bcb8-475e-86cf-0b9eaca8a48f" providerId="ADAL" clId="{B211C9B5-261B-4942-BA9A-09F683ABF9B5}" dt="2025-05-28T10:18:26.405" v="2099" actId="164"/>
          <ac:spMkLst>
            <pc:docMk/>
            <pc:sldMk cId="1279713471" sldId="262"/>
            <ac:spMk id="113" creationId="{8F081839-E086-A61E-095E-55353AE56FE3}"/>
          </ac:spMkLst>
        </pc:spChg>
        <pc:spChg chg="add del mod">
          <ac:chgData name="#CUI SHUAIWEN#" userId="35a196ea-bcb8-475e-86cf-0b9eaca8a48f" providerId="ADAL" clId="{B211C9B5-261B-4942-BA9A-09F683ABF9B5}" dt="2025-05-28T09:58:45.362" v="1893" actId="478"/>
          <ac:spMkLst>
            <pc:docMk/>
            <pc:sldMk cId="1279713471" sldId="262"/>
            <ac:spMk id="114" creationId="{D0EA6BB0-607A-3C10-6D1E-B5832E6CEE86}"/>
          </ac:spMkLst>
        </pc:spChg>
        <pc:spChg chg="add mod topLvl">
          <ac:chgData name="#CUI SHUAIWEN#" userId="35a196ea-bcb8-475e-86cf-0b9eaca8a48f" providerId="ADAL" clId="{B211C9B5-261B-4942-BA9A-09F683ABF9B5}" dt="2025-05-28T10:24:56.142" v="2168" actId="1582"/>
          <ac:spMkLst>
            <pc:docMk/>
            <pc:sldMk cId="1279713471" sldId="262"/>
            <ac:spMk id="115" creationId="{B83ABD76-81D1-FDD2-7F4B-CFCAAE34CE0D}"/>
          </ac:spMkLst>
        </pc:spChg>
        <pc:spChg chg="add mod topLvl">
          <ac:chgData name="#CUI SHUAIWEN#" userId="35a196ea-bcb8-475e-86cf-0b9eaca8a48f" providerId="ADAL" clId="{B211C9B5-261B-4942-BA9A-09F683ABF9B5}" dt="2025-05-28T10:18:31.162" v="2100" actId="164"/>
          <ac:spMkLst>
            <pc:docMk/>
            <pc:sldMk cId="1279713471" sldId="262"/>
            <ac:spMk id="116" creationId="{E67A4091-B907-A235-7EBA-BFE48131CBB7}"/>
          </ac:spMkLst>
        </pc:spChg>
        <pc:spChg chg="add mod topLvl">
          <ac:chgData name="#CUI SHUAIWEN#" userId="35a196ea-bcb8-475e-86cf-0b9eaca8a48f" providerId="ADAL" clId="{B211C9B5-261B-4942-BA9A-09F683ABF9B5}" dt="2025-05-28T10:18:31.162" v="2100" actId="164"/>
          <ac:spMkLst>
            <pc:docMk/>
            <pc:sldMk cId="1279713471" sldId="262"/>
            <ac:spMk id="117" creationId="{82CAB1B4-E7FC-6602-7BDA-56FFF934334D}"/>
          </ac:spMkLst>
        </pc:spChg>
        <pc:spChg chg="add mod topLvl">
          <ac:chgData name="#CUI SHUAIWEN#" userId="35a196ea-bcb8-475e-86cf-0b9eaca8a48f" providerId="ADAL" clId="{B211C9B5-261B-4942-BA9A-09F683ABF9B5}" dt="2025-05-28T13:41:06.681" v="2238" actId="164"/>
          <ac:spMkLst>
            <pc:docMk/>
            <pc:sldMk cId="1279713471" sldId="262"/>
            <ac:spMk id="137" creationId="{CCD2B4A1-E324-217A-0DDD-BA3134C2DED2}"/>
          </ac:spMkLst>
        </pc:spChg>
        <pc:spChg chg="add mod topLvl">
          <ac:chgData name="#CUI SHUAIWEN#" userId="35a196ea-bcb8-475e-86cf-0b9eaca8a48f" providerId="ADAL" clId="{B211C9B5-261B-4942-BA9A-09F683ABF9B5}" dt="2025-05-28T13:41:06.681" v="2238" actId="164"/>
          <ac:spMkLst>
            <pc:docMk/>
            <pc:sldMk cId="1279713471" sldId="262"/>
            <ac:spMk id="138" creationId="{8FDA6D98-E579-7C20-F3EA-B5745349DF9F}"/>
          </ac:spMkLst>
        </pc:spChg>
        <pc:spChg chg="add mod topLvl">
          <ac:chgData name="#CUI SHUAIWEN#" userId="35a196ea-bcb8-475e-86cf-0b9eaca8a48f" providerId="ADAL" clId="{B211C9B5-261B-4942-BA9A-09F683ABF9B5}" dt="2025-05-28T13:41:06.681" v="2238" actId="164"/>
          <ac:spMkLst>
            <pc:docMk/>
            <pc:sldMk cId="1279713471" sldId="262"/>
            <ac:spMk id="139" creationId="{93CC9904-A57A-0B53-FCA2-FA9D6CCBA14D}"/>
          </ac:spMkLst>
        </pc:spChg>
        <pc:spChg chg="add mod topLvl">
          <ac:chgData name="#CUI SHUAIWEN#" userId="35a196ea-bcb8-475e-86cf-0b9eaca8a48f" providerId="ADAL" clId="{B211C9B5-261B-4942-BA9A-09F683ABF9B5}" dt="2025-05-28T10:19:03.254" v="2105" actId="164"/>
          <ac:spMkLst>
            <pc:docMk/>
            <pc:sldMk cId="1279713471" sldId="262"/>
            <ac:spMk id="144" creationId="{5CC440F6-76B5-0DD7-C05B-28EABB98CAFC}"/>
          </ac:spMkLst>
        </pc:spChg>
        <pc:spChg chg="add mod topLvl">
          <ac:chgData name="#CUI SHUAIWEN#" userId="35a196ea-bcb8-475e-86cf-0b9eaca8a48f" providerId="ADAL" clId="{B211C9B5-261B-4942-BA9A-09F683ABF9B5}" dt="2025-05-28T10:19:03.254" v="2105" actId="164"/>
          <ac:spMkLst>
            <pc:docMk/>
            <pc:sldMk cId="1279713471" sldId="262"/>
            <ac:spMk id="145" creationId="{F8711FE3-4F63-7175-2D20-B587113059CE}"/>
          </ac:spMkLst>
        </pc:spChg>
        <pc:spChg chg="add mod topLvl">
          <ac:chgData name="#CUI SHUAIWEN#" userId="35a196ea-bcb8-475e-86cf-0b9eaca8a48f" providerId="ADAL" clId="{B211C9B5-261B-4942-BA9A-09F683ABF9B5}" dt="2025-05-28T10:19:03.254" v="2105" actId="164"/>
          <ac:spMkLst>
            <pc:docMk/>
            <pc:sldMk cId="1279713471" sldId="262"/>
            <ac:spMk id="146" creationId="{1460AAE7-9B1D-DED2-7CF0-D2A218A01964}"/>
          </ac:spMkLst>
        </pc:spChg>
        <pc:spChg chg="add del mod">
          <ac:chgData name="#CUI SHUAIWEN#" userId="35a196ea-bcb8-475e-86cf-0b9eaca8a48f" providerId="ADAL" clId="{B211C9B5-261B-4942-BA9A-09F683ABF9B5}" dt="2025-05-28T09:58:59.421" v="1894"/>
          <ac:spMkLst>
            <pc:docMk/>
            <pc:sldMk cId="1279713471" sldId="262"/>
            <ac:spMk id="149" creationId="{14F552B5-BC33-719F-5219-96F799F17763}"/>
          </ac:spMkLst>
        </pc:spChg>
        <pc:spChg chg="add mod topLvl">
          <ac:chgData name="#CUI SHUAIWEN#" userId="35a196ea-bcb8-475e-86cf-0b9eaca8a48f" providerId="ADAL" clId="{B211C9B5-261B-4942-BA9A-09F683ABF9B5}" dt="2025-05-28T10:18:31.162" v="2100" actId="164"/>
          <ac:spMkLst>
            <pc:docMk/>
            <pc:sldMk cId="1279713471" sldId="262"/>
            <ac:spMk id="152" creationId="{1DAA7D75-27A5-EA88-37F7-6AC7F20B87E8}"/>
          </ac:spMkLst>
        </pc:spChg>
        <pc:spChg chg="add del mod">
          <ac:chgData name="#CUI SHUAIWEN#" userId="35a196ea-bcb8-475e-86cf-0b9eaca8a48f" providerId="ADAL" clId="{B211C9B5-261B-4942-BA9A-09F683ABF9B5}" dt="2025-05-28T10:00:28.676" v="1928" actId="478"/>
          <ac:spMkLst>
            <pc:docMk/>
            <pc:sldMk cId="1279713471" sldId="262"/>
            <ac:spMk id="154" creationId="{CEE58928-B914-3CB3-0095-13C2D24FB0FF}"/>
          </ac:spMkLst>
        </pc:spChg>
        <pc:spChg chg="add mod ord">
          <ac:chgData name="#CUI SHUAIWEN#" userId="35a196ea-bcb8-475e-86cf-0b9eaca8a48f" providerId="ADAL" clId="{B211C9B5-261B-4942-BA9A-09F683ABF9B5}" dt="2025-05-28T10:18:26.405" v="2099" actId="164"/>
          <ac:spMkLst>
            <pc:docMk/>
            <pc:sldMk cId="1279713471" sldId="262"/>
            <ac:spMk id="159" creationId="{17820E73-1F2C-0B17-8A5B-DA644AC7BFB3}"/>
          </ac:spMkLst>
        </pc:spChg>
        <pc:spChg chg="add mod ord">
          <ac:chgData name="#CUI SHUAIWEN#" userId="35a196ea-bcb8-475e-86cf-0b9eaca8a48f" providerId="ADAL" clId="{B211C9B5-261B-4942-BA9A-09F683ABF9B5}" dt="2025-05-28T10:18:31.162" v="2100" actId="164"/>
          <ac:spMkLst>
            <pc:docMk/>
            <pc:sldMk cId="1279713471" sldId="262"/>
            <ac:spMk id="160" creationId="{7B59B744-DCA8-E026-7D68-DD909FBA0A97}"/>
          </ac:spMkLst>
        </pc:spChg>
        <pc:spChg chg="add mod ord topLvl">
          <ac:chgData name="#CUI SHUAIWEN#" userId="35a196ea-bcb8-475e-86cf-0b9eaca8a48f" providerId="ADAL" clId="{B211C9B5-261B-4942-BA9A-09F683ABF9B5}" dt="2025-05-28T13:41:06.681" v="2238" actId="164"/>
          <ac:spMkLst>
            <pc:docMk/>
            <pc:sldMk cId="1279713471" sldId="262"/>
            <ac:spMk id="161" creationId="{295D7CC3-D3DE-C292-DFD9-3E5C8B79C8A7}"/>
          </ac:spMkLst>
        </pc:spChg>
        <pc:spChg chg="add mod ord">
          <ac:chgData name="#CUI SHUAIWEN#" userId="35a196ea-bcb8-475e-86cf-0b9eaca8a48f" providerId="ADAL" clId="{B211C9B5-261B-4942-BA9A-09F683ABF9B5}" dt="2025-05-28T10:19:03.254" v="2105" actId="164"/>
          <ac:spMkLst>
            <pc:docMk/>
            <pc:sldMk cId="1279713471" sldId="262"/>
            <ac:spMk id="162" creationId="{31CF9DF9-42AB-C1E4-1E42-C1F4FADDB3DF}"/>
          </ac:spMkLst>
        </pc:spChg>
        <pc:spChg chg="add mod">
          <ac:chgData name="#CUI SHUAIWEN#" userId="35a196ea-bcb8-475e-86cf-0b9eaca8a48f" providerId="ADAL" clId="{B211C9B5-261B-4942-BA9A-09F683ABF9B5}" dt="2025-05-28T10:21:23.251" v="2138" actId="1076"/>
          <ac:spMkLst>
            <pc:docMk/>
            <pc:sldMk cId="1279713471" sldId="262"/>
            <ac:spMk id="168" creationId="{06BD77DA-CBA3-0CAD-8498-4CE9DC51B50F}"/>
          </ac:spMkLst>
        </pc:spChg>
        <pc:spChg chg="add mod">
          <ac:chgData name="#CUI SHUAIWEN#" userId="35a196ea-bcb8-475e-86cf-0b9eaca8a48f" providerId="ADAL" clId="{B211C9B5-261B-4942-BA9A-09F683ABF9B5}" dt="2025-05-28T10:22:49.062" v="2150" actId="13822"/>
          <ac:spMkLst>
            <pc:docMk/>
            <pc:sldMk cId="1279713471" sldId="262"/>
            <ac:spMk id="169" creationId="{EA3A5458-C99C-B145-9DDB-9A13A981E315}"/>
          </ac:spMkLst>
        </pc:spChg>
        <pc:spChg chg="add mod">
          <ac:chgData name="#CUI SHUAIWEN#" userId="35a196ea-bcb8-475e-86cf-0b9eaca8a48f" providerId="ADAL" clId="{B211C9B5-261B-4942-BA9A-09F683ABF9B5}" dt="2025-05-28T10:23:00.366" v="2152" actId="1076"/>
          <ac:spMkLst>
            <pc:docMk/>
            <pc:sldMk cId="1279713471" sldId="262"/>
            <ac:spMk id="170" creationId="{2B7ED42F-722B-65C0-FAD1-90D1ED629302}"/>
          </ac:spMkLst>
        </pc:spChg>
        <pc:spChg chg="add mod">
          <ac:chgData name="#CUI SHUAIWEN#" userId="35a196ea-bcb8-475e-86cf-0b9eaca8a48f" providerId="ADAL" clId="{B211C9B5-261B-4942-BA9A-09F683ABF9B5}" dt="2025-05-28T10:23:05.622" v="2154" actId="1076"/>
          <ac:spMkLst>
            <pc:docMk/>
            <pc:sldMk cId="1279713471" sldId="262"/>
            <ac:spMk id="171" creationId="{6F6BD05F-972E-4B38-996E-08D7E3C1E634}"/>
          </ac:spMkLst>
        </pc:spChg>
        <pc:grpChg chg="add mod">
          <ac:chgData name="#CUI SHUAIWEN#" userId="35a196ea-bcb8-475e-86cf-0b9eaca8a48f" providerId="ADAL" clId="{B211C9B5-261B-4942-BA9A-09F683ABF9B5}" dt="2025-05-28T10:19:45.344" v="2114" actId="1076"/>
          <ac:grpSpMkLst>
            <pc:docMk/>
            <pc:sldMk cId="1279713471" sldId="262"/>
            <ac:grpSpMk id="65" creationId="{E0823634-F7AE-F98C-A517-04D6FFCAAD02}"/>
          </ac:grpSpMkLst>
        </pc:grpChg>
        <pc:grpChg chg="add mod">
          <ac:chgData name="#CUI SHUAIWEN#" userId="35a196ea-bcb8-475e-86cf-0b9eaca8a48f" providerId="ADAL" clId="{B211C9B5-261B-4942-BA9A-09F683ABF9B5}" dt="2025-05-28T10:19:45.344" v="2114" actId="1076"/>
          <ac:grpSpMkLst>
            <pc:docMk/>
            <pc:sldMk cId="1279713471" sldId="262"/>
            <ac:grpSpMk id="66" creationId="{D996B845-B769-F8C5-1E83-00C3B3FC44C5}"/>
          </ac:grpSpMkLst>
        </pc:grpChg>
        <pc:grpChg chg="add mod">
          <ac:chgData name="#CUI SHUAIWEN#" userId="35a196ea-bcb8-475e-86cf-0b9eaca8a48f" providerId="ADAL" clId="{B211C9B5-261B-4942-BA9A-09F683ABF9B5}" dt="2025-05-28T10:19:45.344" v="2114" actId="1076"/>
          <ac:grpSpMkLst>
            <pc:docMk/>
            <pc:sldMk cId="1279713471" sldId="262"/>
            <ac:grpSpMk id="67" creationId="{CF544524-0F7B-C64D-E68C-1FFD72F1FCFC}"/>
          </ac:grpSpMkLst>
        </pc:grpChg>
        <pc:grpChg chg="add mod">
          <ac:chgData name="#CUI SHUAIWEN#" userId="35a196ea-bcb8-475e-86cf-0b9eaca8a48f" providerId="ADAL" clId="{B211C9B5-261B-4942-BA9A-09F683ABF9B5}" dt="2025-05-28T10:19:45.344" v="2114" actId="1076"/>
          <ac:grpSpMkLst>
            <pc:docMk/>
            <pc:sldMk cId="1279713471" sldId="262"/>
            <ac:grpSpMk id="68" creationId="{AAD9ACEA-13B4-FE7D-CF59-3D1595971E9B}"/>
          </ac:grpSpMkLst>
        </pc:grpChg>
        <pc:grpChg chg="mod">
          <ac:chgData name="#CUI SHUAIWEN#" userId="35a196ea-bcb8-475e-86cf-0b9eaca8a48f" providerId="ADAL" clId="{B211C9B5-261B-4942-BA9A-09F683ABF9B5}" dt="2025-05-28T09:56:53.890" v="1890" actId="1076"/>
          <ac:grpSpMkLst>
            <pc:docMk/>
            <pc:sldMk cId="1279713471" sldId="262"/>
            <ac:grpSpMk id="147" creationId="{B7C412CD-46C8-EA17-FABE-728834E9D3A9}"/>
          </ac:grpSpMkLst>
        </pc:grpChg>
        <pc:grpChg chg="mod">
          <ac:chgData name="#CUI SHUAIWEN#" userId="35a196ea-bcb8-475e-86cf-0b9eaca8a48f" providerId="ADAL" clId="{B211C9B5-261B-4942-BA9A-09F683ABF9B5}" dt="2025-05-28T10:02:10.058" v="1944" actId="408"/>
          <ac:grpSpMkLst>
            <pc:docMk/>
            <pc:sldMk cId="1279713471" sldId="262"/>
            <ac:grpSpMk id="156" creationId="{3C38FE48-C6F6-F736-C7AC-8AB65085DF66}"/>
          </ac:grpSpMkLst>
        </pc:grpChg>
        <pc:grpChg chg="add del mod">
          <ac:chgData name="#CUI SHUAIWEN#" userId="35a196ea-bcb8-475e-86cf-0b9eaca8a48f" providerId="ADAL" clId="{B211C9B5-261B-4942-BA9A-09F683ABF9B5}" dt="2025-05-28T10:05:40.591" v="1983" actId="165"/>
          <ac:grpSpMkLst>
            <pc:docMk/>
            <pc:sldMk cId="1279713471" sldId="262"/>
            <ac:grpSpMk id="157" creationId="{B9E01547-E99D-E5D4-8E7C-02E04F15671C}"/>
          </ac:grpSpMkLst>
        </pc:grpChg>
        <pc:grpChg chg="add del mod">
          <ac:chgData name="#CUI SHUAIWEN#" userId="35a196ea-bcb8-475e-86cf-0b9eaca8a48f" providerId="ADAL" clId="{B211C9B5-261B-4942-BA9A-09F683ABF9B5}" dt="2025-05-28T10:05:44.278" v="1984" actId="165"/>
          <ac:grpSpMkLst>
            <pc:docMk/>
            <pc:sldMk cId="1279713471" sldId="262"/>
            <ac:grpSpMk id="158" creationId="{1AA1D906-A76D-E37E-6D7A-CA134EE3EEBC}"/>
          </ac:grpSpMkLst>
        </pc:grpChg>
        <pc:grpChg chg="mod">
          <ac:chgData name="#CUI SHUAIWEN#" userId="35a196ea-bcb8-475e-86cf-0b9eaca8a48f" providerId="ADAL" clId="{B211C9B5-261B-4942-BA9A-09F683ABF9B5}" dt="2025-05-28T10:22:15.333" v="2146" actId="1076"/>
          <ac:grpSpMkLst>
            <pc:docMk/>
            <pc:sldMk cId="1279713471" sldId="262"/>
            <ac:grpSpMk id="163" creationId="{04A160F5-D198-F524-7B8B-E18152473D92}"/>
          </ac:grpSpMkLst>
        </pc:grpChg>
        <pc:grpChg chg="mod">
          <ac:chgData name="#CUI SHUAIWEN#" userId="35a196ea-bcb8-475e-86cf-0b9eaca8a48f" providerId="ADAL" clId="{B211C9B5-261B-4942-BA9A-09F683ABF9B5}" dt="2025-05-28T10:22:15.333" v="2146" actId="1076"/>
          <ac:grpSpMkLst>
            <pc:docMk/>
            <pc:sldMk cId="1279713471" sldId="262"/>
            <ac:grpSpMk id="164" creationId="{495E044D-39F6-4CF2-63D7-F2C53CEB8306}"/>
          </ac:grpSpMkLst>
        </pc:grpChg>
        <pc:grpChg chg="add del mod">
          <ac:chgData name="#CUI SHUAIWEN#" userId="35a196ea-bcb8-475e-86cf-0b9eaca8a48f" providerId="ADAL" clId="{B211C9B5-261B-4942-BA9A-09F683ABF9B5}" dt="2025-05-28T13:39:56.491" v="2208" actId="165"/>
          <ac:grpSpMkLst>
            <pc:docMk/>
            <pc:sldMk cId="1279713471" sldId="262"/>
            <ac:grpSpMk id="165" creationId="{C72B5758-A200-BDEE-6E4D-28BBF11E4701}"/>
          </ac:grpSpMkLst>
        </pc:grpChg>
        <pc:grpChg chg="add mod">
          <ac:chgData name="#CUI SHUAIWEN#" userId="35a196ea-bcb8-475e-86cf-0b9eaca8a48f" providerId="ADAL" clId="{B211C9B5-261B-4942-BA9A-09F683ABF9B5}" dt="2025-05-28T10:22:15.333" v="2146" actId="1076"/>
          <ac:grpSpMkLst>
            <pc:docMk/>
            <pc:sldMk cId="1279713471" sldId="262"/>
            <ac:grpSpMk id="166" creationId="{503A9D75-3D6A-C9E1-28F0-D062325A3219}"/>
          </ac:grpSpMkLst>
        </pc:grpChg>
        <pc:picChg chg="add mod">
          <ac:chgData name="#CUI SHUAIWEN#" userId="35a196ea-bcb8-475e-86cf-0b9eaca8a48f" providerId="ADAL" clId="{B211C9B5-261B-4942-BA9A-09F683ABF9B5}" dt="2025-05-28T13:41:06.681" v="2238" actId="164"/>
          <ac:picMkLst>
            <pc:docMk/>
            <pc:sldMk cId="1279713471" sldId="262"/>
            <ac:picMk id="3" creationId="{EC0CBAFE-7DB4-905F-7E01-1BF236C9D980}"/>
          </ac:picMkLst>
        </pc:picChg>
        <pc:picChg chg="add mod">
          <ac:chgData name="#CUI SHUAIWEN#" userId="35a196ea-bcb8-475e-86cf-0b9eaca8a48f" providerId="ADAL" clId="{B211C9B5-261B-4942-BA9A-09F683ABF9B5}" dt="2025-05-28T10:19:36.355" v="2112" actId="1076"/>
          <ac:picMkLst>
            <pc:docMk/>
            <pc:sldMk cId="1279713471" sldId="262"/>
            <ac:picMk id="8" creationId="{81D403B9-FC3E-A2AC-3542-28DF8BF48E6B}"/>
          </ac:picMkLst>
        </pc:picChg>
        <pc:picChg chg="add mod">
          <ac:chgData name="#CUI SHUAIWEN#" userId="35a196ea-bcb8-475e-86cf-0b9eaca8a48f" providerId="ADAL" clId="{B211C9B5-261B-4942-BA9A-09F683ABF9B5}" dt="2025-05-28T10:19:30.316" v="2110" actId="1076"/>
          <ac:picMkLst>
            <pc:docMk/>
            <pc:sldMk cId="1279713471" sldId="262"/>
            <ac:picMk id="9" creationId="{9D876D25-318A-48B8-5717-B42494E0524B}"/>
          </ac:picMkLst>
        </pc:picChg>
        <pc:picChg chg="add del mod">
          <ac:chgData name="#CUI SHUAIWEN#" userId="35a196ea-bcb8-475e-86cf-0b9eaca8a48f" providerId="ADAL" clId="{B211C9B5-261B-4942-BA9A-09F683ABF9B5}" dt="2025-05-28T08:41:18.746" v="364" actId="478"/>
          <ac:picMkLst>
            <pc:docMk/>
            <pc:sldMk cId="1279713471" sldId="262"/>
            <ac:picMk id="12" creationId="{9014E232-AA48-7214-E365-C967828C7841}"/>
          </ac:picMkLst>
        </pc:picChg>
        <pc:picChg chg="add del mod">
          <ac:chgData name="#CUI SHUAIWEN#" userId="35a196ea-bcb8-475e-86cf-0b9eaca8a48f" providerId="ADAL" clId="{B211C9B5-261B-4942-BA9A-09F683ABF9B5}" dt="2025-05-28T08:39:48.415" v="343" actId="478"/>
          <ac:picMkLst>
            <pc:docMk/>
            <pc:sldMk cId="1279713471" sldId="262"/>
            <ac:picMk id="13" creationId="{B7B78296-E21E-96EF-8E46-2C6C9FBA9F21}"/>
          </ac:picMkLst>
        </pc:picChg>
        <pc:picChg chg="add del mod">
          <ac:chgData name="#CUI SHUAIWEN#" userId="35a196ea-bcb8-475e-86cf-0b9eaca8a48f" providerId="ADAL" clId="{B211C9B5-261B-4942-BA9A-09F683ABF9B5}" dt="2025-05-28T08:41:17.989" v="363" actId="478"/>
          <ac:picMkLst>
            <pc:docMk/>
            <pc:sldMk cId="1279713471" sldId="262"/>
            <ac:picMk id="14" creationId="{28738A18-9033-40B6-687E-873A107B79F3}"/>
          </ac:picMkLst>
        </pc:picChg>
        <pc:picChg chg="add mod">
          <ac:chgData name="#CUI SHUAIWEN#" userId="35a196ea-bcb8-475e-86cf-0b9eaca8a48f" providerId="ADAL" clId="{B211C9B5-261B-4942-BA9A-09F683ABF9B5}" dt="2025-05-28T10:19:30.316" v="2110" actId="1076"/>
          <ac:picMkLst>
            <pc:docMk/>
            <pc:sldMk cId="1279713471" sldId="262"/>
            <ac:picMk id="17" creationId="{9C82D5CF-9A39-B36C-8AFF-E49AFB2472CC}"/>
          </ac:picMkLst>
        </pc:picChg>
        <pc:picChg chg="add mod">
          <ac:chgData name="#CUI SHUAIWEN#" userId="35a196ea-bcb8-475e-86cf-0b9eaca8a48f" providerId="ADAL" clId="{B211C9B5-261B-4942-BA9A-09F683ABF9B5}" dt="2025-05-28T10:19:30.316" v="2110" actId="1076"/>
          <ac:picMkLst>
            <pc:docMk/>
            <pc:sldMk cId="1279713471" sldId="262"/>
            <ac:picMk id="18" creationId="{144AEF12-74E1-180B-CC8C-D695E698F18C}"/>
          </ac:picMkLst>
        </pc:picChg>
        <pc:picChg chg="add mod">
          <ac:chgData name="#CUI SHUAIWEN#" userId="35a196ea-bcb8-475e-86cf-0b9eaca8a48f" providerId="ADAL" clId="{B211C9B5-261B-4942-BA9A-09F683ABF9B5}" dt="2025-05-28T10:19:30.316" v="2110" actId="1076"/>
          <ac:picMkLst>
            <pc:docMk/>
            <pc:sldMk cId="1279713471" sldId="262"/>
            <ac:picMk id="19" creationId="{38B8127D-8451-98E9-6ADB-92A3B42B0DA8}"/>
          </ac:picMkLst>
        </pc:picChg>
        <pc:picChg chg="add mod">
          <ac:chgData name="#CUI SHUAIWEN#" userId="35a196ea-bcb8-475e-86cf-0b9eaca8a48f" providerId="ADAL" clId="{B211C9B5-261B-4942-BA9A-09F683ABF9B5}" dt="2025-05-28T09:19:21.700" v="1017" actId="1076"/>
          <ac:picMkLst>
            <pc:docMk/>
            <pc:sldMk cId="1279713471" sldId="262"/>
            <ac:picMk id="30" creationId="{6A01EA16-58E3-11CA-44C8-EB4B65962635}"/>
          </ac:picMkLst>
        </pc:picChg>
        <pc:picChg chg="add mod">
          <ac:chgData name="#CUI SHUAIWEN#" userId="35a196ea-bcb8-475e-86cf-0b9eaca8a48f" providerId="ADAL" clId="{B211C9B5-261B-4942-BA9A-09F683ABF9B5}" dt="2025-05-28T09:19:18.854" v="1016" actId="1076"/>
          <ac:picMkLst>
            <pc:docMk/>
            <pc:sldMk cId="1279713471" sldId="262"/>
            <ac:picMk id="31" creationId="{E6A7245A-FA1F-D7A3-5AB0-69016C054B16}"/>
          </ac:picMkLst>
        </pc:picChg>
        <pc:picChg chg="add mod">
          <ac:chgData name="#CUI SHUAIWEN#" userId="35a196ea-bcb8-475e-86cf-0b9eaca8a48f" providerId="ADAL" clId="{B211C9B5-261B-4942-BA9A-09F683ABF9B5}" dt="2025-05-28T09:14:31.842" v="959" actId="164"/>
          <ac:picMkLst>
            <pc:docMk/>
            <pc:sldMk cId="1279713471" sldId="262"/>
            <ac:picMk id="39" creationId="{88A5BC9A-E0E2-854C-DC70-C9CF06DEC71F}"/>
          </ac:picMkLst>
        </pc:picChg>
        <pc:picChg chg="add mod">
          <ac:chgData name="#CUI SHUAIWEN#" userId="35a196ea-bcb8-475e-86cf-0b9eaca8a48f" providerId="ADAL" clId="{B211C9B5-261B-4942-BA9A-09F683ABF9B5}" dt="2025-05-28T09:14:31.842" v="959" actId="164"/>
          <ac:picMkLst>
            <pc:docMk/>
            <pc:sldMk cId="1279713471" sldId="262"/>
            <ac:picMk id="40" creationId="{025A7B77-DC4C-600F-98E1-F1C879D4FF71}"/>
          </ac:picMkLst>
        </pc:picChg>
        <pc:picChg chg="add mod">
          <ac:chgData name="#CUI SHUAIWEN#" userId="35a196ea-bcb8-475e-86cf-0b9eaca8a48f" providerId="ADAL" clId="{B211C9B5-261B-4942-BA9A-09F683ABF9B5}" dt="2025-05-28T09:19:33.785" v="1020" actId="1076"/>
          <ac:picMkLst>
            <pc:docMk/>
            <pc:sldMk cId="1279713471" sldId="262"/>
            <ac:picMk id="41" creationId="{B7A96CC4-62EA-1B27-74A6-F9DCEA28BB89}"/>
          </ac:picMkLst>
        </pc:picChg>
        <pc:picChg chg="add mod">
          <ac:chgData name="#CUI SHUAIWEN#" userId="35a196ea-bcb8-475e-86cf-0b9eaca8a48f" providerId="ADAL" clId="{B211C9B5-261B-4942-BA9A-09F683ABF9B5}" dt="2025-05-28T09:04:40.018" v="845"/>
          <ac:picMkLst>
            <pc:docMk/>
            <pc:sldMk cId="1279713471" sldId="262"/>
            <ac:picMk id="44" creationId="{7A9E0781-F651-5D87-C27A-418BFF48F21A}"/>
          </ac:picMkLst>
        </pc:picChg>
        <pc:picChg chg="add mod">
          <ac:chgData name="#CUI SHUAIWEN#" userId="35a196ea-bcb8-475e-86cf-0b9eaca8a48f" providerId="ADAL" clId="{B211C9B5-261B-4942-BA9A-09F683ABF9B5}" dt="2025-05-28T09:04:40.018" v="845"/>
          <ac:picMkLst>
            <pc:docMk/>
            <pc:sldMk cId="1279713471" sldId="262"/>
            <ac:picMk id="45" creationId="{53A0CD6E-1956-510F-95C9-212E48EC6CB9}"/>
          </ac:picMkLst>
        </pc:picChg>
        <pc:picChg chg="add mod">
          <ac:chgData name="#CUI SHUAIWEN#" userId="35a196ea-bcb8-475e-86cf-0b9eaca8a48f" providerId="ADAL" clId="{B211C9B5-261B-4942-BA9A-09F683ABF9B5}" dt="2025-05-28T09:14:35.196" v="960" actId="164"/>
          <ac:picMkLst>
            <pc:docMk/>
            <pc:sldMk cId="1279713471" sldId="262"/>
            <ac:picMk id="46" creationId="{D01FCE4C-0359-360B-FAC1-BB5C0AE12571}"/>
          </ac:picMkLst>
        </pc:picChg>
        <pc:picChg chg="add mod">
          <ac:chgData name="#CUI SHUAIWEN#" userId="35a196ea-bcb8-475e-86cf-0b9eaca8a48f" providerId="ADAL" clId="{B211C9B5-261B-4942-BA9A-09F683ABF9B5}" dt="2025-05-28T09:14:38.053" v="961" actId="164"/>
          <ac:picMkLst>
            <pc:docMk/>
            <pc:sldMk cId="1279713471" sldId="262"/>
            <ac:picMk id="47" creationId="{9D223287-1E89-16A0-9C28-AF11AF544B47}"/>
          </ac:picMkLst>
        </pc:picChg>
        <pc:picChg chg="add mod">
          <ac:chgData name="#CUI SHUAIWEN#" userId="35a196ea-bcb8-475e-86cf-0b9eaca8a48f" providerId="ADAL" clId="{B211C9B5-261B-4942-BA9A-09F683ABF9B5}" dt="2025-05-28T09:14:35.196" v="960" actId="164"/>
          <ac:picMkLst>
            <pc:docMk/>
            <pc:sldMk cId="1279713471" sldId="262"/>
            <ac:picMk id="48" creationId="{755EE63B-1870-C139-E7D7-1CA815CA8E0F}"/>
          </ac:picMkLst>
        </pc:picChg>
        <pc:picChg chg="add mod">
          <ac:chgData name="#CUI SHUAIWEN#" userId="35a196ea-bcb8-475e-86cf-0b9eaca8a48f" providerId="ADAL" clId="{B211C9B5-261B-4942-BA9A-09F683ABF9B5}" dt="2025-05-28T09:14:38.053" v="961" actId="164"/>
          <ac:picMkLst>
            <pc:docMk/>
            <pc:sldMk cId="1279713471" sldId="262"/>
            <ac:picMk id="49" creationId="{803CEF79-C9BC-7658-D318-5C31DA22D5BF}"/>
          </ac:picMkLst>
        </pc:picChg>
        <pc:picChg chg="add del mod">
          <ac:chgData name="#CUI SHUAIWEN#" userId="35a196ea-bcb8-475e-86cf-0b9eaca8a48f" providerId="ADAL" clId="{B211C9B5-261B-4942-BA9A-09F683ABF9B5}" dt="2025-05-28T09:12:36.117" v="943" actId="478"/>
          <ac:picMkLst>
            <pc:docMk/>
            <pc:sldMk cId="1279713471" sldId="262"/>
            <ac:picMk id="54" creationId="{6DB1358D-DC7B-839E-B063-90B1A1BB3991}"/>
          </ac:picMkLst>
        </pc:picChg>
        <pc:picChg chg="add del mod">
          <ac:chgData name="#CUI SHUAIWEN#" userId="35a196ea-bcb8-475e-86cf-0b9eaca8a48f" providerId="ADAL" clId="{B211C9B5-261B-4942-BA9A-09F683ABF9B5}" dt="2025-05-28T09:12:36.117" v="943" actId="478"/>
          <ac:picMkLst>
            <pc:docMk/>
            <pc:sldMk cId="1279713471" sldId="262"/>
            <ac:picMk id="56" creationId="{8A413692-AD00-57DD-0013-3DC2C7A7E673}"/>
          </ac:picMkLst>
        </pc:picChg>
        <pc:picChg chg="add del mod">
          <ac:chgData name="#CUI SHUAIWEN#" userId="35a196ea-bcb8-475e-86cf-0b9eaca8a48f" providerId="ADAL" clId="{B211C9B5-261B-4942-BA9A-09F683ABF9B5}" dt="2025-05-28T09:37:46.145" v="1360" actId="478"/>
          <ac:picMkLst>
            <pc:docMk/>
            <pc:sldMk cId="1279713471" sldId="262"/>
            <ac:picMk id="75" creationId="{5906AB18-60E1-C570-E86F-72623402CEE3}"/>
          </ac:picMkLst>
        </pc:picChg>
        <pc:picChg chg="add mod">
          <ac:chgData name="#CUI SHUAIWEN#" userId="35a196ea-bcb8-475e-86cf-0b9eaca8a48f" providerId="ADAL" clId="{B211C9B5-261B-4942-BA9A-09F683ABF9B5}" dt="2025-05-28T09:29:58.137" v="1248"/>
          <ac:picMkLst>
            <pc:docMk/>
            <pc:sldMk cId="1279713471" sldId="262"/>
            <ac:picMk id="77" creationId="{443B989A-D082-E356-88B2-4EEDA9407C0B}"/>
          </ac:picMkLst>
        </pc:picChg>
        <pc:picChg chg="add mod">
          <ac:chgData name="#CUI SHUAIWEN#" userId="35a196ea-bcb8-475e-86cf-0b9eaca8a48f" providerId="ADAL" clId="{B211C9B5-261B-4942-BA9A-09F683ABF9B5}" dt="2025-05-28T09:33:29.455" v="1279"/>
          <ac:picMkLst>
            <pc:docMk/>
            <pc:sldMk cId="1279713471" sldId="262"/>
            <ac:picMk id="79" creationId="{B7A18DD5-3B59-E21A-1631-C2A214A98385}"/>
          </ac:picMkLst>
        </pc:picChg>
        <pc:picChg chg="add mod">
          <ac:chgData name="#CUI SHUAIWEN#" userId="35a196ea-bcb8-475e-86cf-0b9eaca8a48f" providerId="ADAL" clId="{B211C9B5-261B-4942-BA9A-09F683ABF9B5}" dt="2025-05-28T09:33:29.455" v="1279"/>
          <ac:picMkLst>
            <pc:docMk/>
            <pc:sldMk cId="1279713471" sldId="262"/>
            <ac:picMk id="81" creationId="{F2FB5E55-70CB-0B9B-3FE1-C946F0DFC295}"/>
          </ac:picMkLst>
        </pc:picChg>
        <pc:picChg chg="add mod">
          <ac:chgData name="#CUI SHUAIWEN#" userId="35a196ea-bcb8-475e-86cf-0b9eaca8a48f" providerId="ADAL" clId="{B211C9B5-261B-4942-BA9A-09F683ABF9B5}" dt="2025-05-28T09:33:29.455" v="1279"/>
          <ac:picMkLst>
            <pc:docMk/>
            <pc:sldMk cId="1279713471" sldId="262"/>
            <ac:picMk id="83" creationId="{21499425-F14D-C062-2A0A-F0B6588476D2}"/>
          </ac:picMkLst>
        </pc:picChg>
        <pc:picChg chg="add mod">
          <ac:chgData name="#CUI SHUAIWEN#" userId="35a196ea-bcb8-475e-86cf-0b9eaca8a48f" providerId="ADAL" clId="{B211C9B5-261B-4942-BA9A-09F683ABF9B5}" dt="2025-05-28T09:33:29.455" v="1279"/>
          <ac:picMkLst>
            <pc:docMk/>
            <pc:sldMk cId="1279713471" sldId="262"/>
            <ac:picMk id="85" creationId="{10A02ADF-D305-6057-C77F-92EA7B89B06D}"/>
          </ac:picMkLst>
        </pc:picChg>
        <pc:picChg chg="add mod">
          <ac:chgData name="#CUI SHUAIWEN#" userId="35a196ea-bcb8-475e-86cf-0b9eaca8a48f" providerId="ADAL" clId="{B211C9B5-261B-4942-BA9A-09F683ABF9B5}" dt="2025-05-28T09:33:29.455" v="1279"/>
          <ac:picMkLst>
            <pc:docMk/>
            <pc:sldMk cId="1279713471" sldId="262"/>
            <ac:picMk id="87" creationId="{8B9BDCF4-47FD-2510-851F-307BB7638499}"/>
          </ac:picMkLst>
        </pc:picChg>
        <pc:picChg chg="add mod">
          <ac:chgData name="#CUI SHUAIWEN#" userId="35a196ea-bcb8-475e-86cf-0b9eaca8a48f" providerId="ADAL" clId="{B211C9B5-261B-4942-BA9A-09F683ABF9B5}" dt="2025-05-28T09:33:29.455" v="1279"/>
          <ac:picMkLst>
            <pc:docMk/>
            <pc:sldMk cId="1279713471" sldId="262"/>
            <ac:picMk id="89" creationId="{7AB52C33-F805-272A-6D46-6A78E6145679}"/>
          </ac:picMkLst>
        </pc:picChg>
        <pc:picChg chg="add mod">
          <ac:chgData name="#CUI SHUAIWEN#" userId="35a196ea-bcb8-475e-86cf-0b9eaca8a48f" providerId="ADAL" clId="{B211C9B5-261B-4942-BA9A-09F683ABF9B5}" dt="2025-05-28T09:33:29.455" v="1279"/>
          <ac:picMkLst>
            <pc:docMk/>
            <pc:sldMk cId="1279713471" sldId="262"/>
            <ac:picMk id="91" creationId="{82942A1E-9CD5-1C06-572D-27D62138D08B}"/>
          </ac:picMkLst>
        </pc:picChg>
        <pc:picChg chg="add mod">
          <ac:chgData name="#CUI SHUAIWEN#" userId="35a196ea-bcb8-475e-86cf-0b9eaca8a48f" providerId="ADAL" clId="{B211C9B5-261B-4942-BA9A-09F683ABF9B5}" dt="2025-05-28T09:33:29.455" v="1279"/>
          <ac:picMkLst>
            <pc:docMk/>
            <pc:sldMk cId="1279713471" sldId="262"/>
            <ac:picMk id="93" creationId="{414A8D6E-6E85-8306-FD9B-87D7184C61FD}"/>
          </ac:picMkLst>
        </pc:picChg>
        <pc:picChg chg="add mod">
          <ac:chgData name="#CUI SHUAIWEN#" userId="35a196ea-bcb8-475e-86cf-0b9eaca8a48f" providerId="ADAL" clId="{B211C9B5-261B-4942-BA9A-09F683ABF9B5}" dt="2025-05-28T09:33:29.455" v="1279"/>
          <ac:picMkLst>
            <pc:docMk/>
            <pc:sldMk cId="1279713471" sldId="262"/>
            <ac:picMk id="95" creationId="{38F6BBCB-5A12-A0AF-4247-DD0E2B5C7B16}"/>
          </ac:picMkLst>
        </pc:picChg>
        <pc:picChg chg="add del mod">
          <ac:chgData name="#CUI SHUAIWEN#" userId="35a196ea-bcb8-475e-86cf-0b9eaca8a48f" providerId="ADAL" clId="{B211C9B5-261B-4942-BA9A-09F683ABF9B5}" dt="2025-05-28T09:58:45.362" v="1893" actId="478"/>
          <ac:picMkLst>
            <pc:docMk/>
            <pc:sldMk cId="1279713471" sldId="262"/>
            <ac:picMk id="96" creationId="{94BF7C7B-CEA3-A634-C8B0-4EF56D6358DF}"/>
          </ac:picMkLst>
        </pc:picChg>
        <pc:picChg chg="add mod topLvl">
          <ac:chgData name="#CUI SHUAIWEN#" userId="35a196ea-bcb8-475e-86cf-0b9eaca8a48f" providerId="ADAL" clId="{B211C9B5-261B-4942-BA9A-09F683ABF9B5}" dt="2025-05-28T10:18:31.162" v="2100" actId="164"/>
          <ac:picMkLst>
            <pc:docMk/>
            <pc:sldMk cId="1279713471" sldId="262"/>
            <ac:picMk id="97" creationId="{6743DCC9-EF21-442D-36B8-FBF4B069E068}"/>
          </ac:picMkLst>
        </pc:picChg>
        <pc:picChg chg="add mod topLvl">
          <ac:chgData name="#CUI SHUAIWEN#" userId="35a196ea-bcb8-475e-86cf-0b9eaca8a48f" providerId="ADAL" clId="{B211C9B5-261B-4942-BA9A-09F683ABF9B5}" dt="2025-05-28T10:18:06.046" v="2095" actId="34136"/>
          <ac:picMkLst>
            <pc:docMk/>
            <pc:sldMk cId="1279713471" sldId="262"/>
            <ac:picMk id="98" creationId="{96B00D6F-A6A3-15B8-B1CF-8D4D16C6BE20}"/>
          </ac:picMkLst>
        </pc:picChg>
        <pc:picChg chg="add mod topLvl">
          <ac:chgData name="#CUI SHUAIWEN#" userId="35a196ea-bcb8-475e-86cf-0b9eaca8a48f" providerId="ADAL" clId="{B211C9B5-261B-4942-BA9A-09F683ABF9B5}" dt="2025-05-28T10:15:54.344" v="2077" actId="1076"/>
          <ac:picMkLst>
            <pc:docMk/>
            <pc:sldMk cId="1279713471" sldId="262"/>
            <ac:picMk id="99" creationId="{F1DF6073-173B-C1F8-4820-BDBFDBB45903}"/>
          </ac:picMkLst>
        </pc:picChg>
        <pc:picChg chg="add mod">
          <ac:chgData name="#CUI SHUAIWEN#" userId="35a196ea-bcb8-475e-86cf-0b9eaca8a48f" providerId="ADAL" clId="{B211C9B5-261B-4942-BA9A-09F683ABF9B5}" dt="2025-05-28T10:18:06.046" v="2095" actId="34136"/>
          <ac:picMkLst>
            <pc:docMk/>
            <pc:sldMk cId="1279713471" sldId="262"/>
            <ac:picMk id="100" creationId="{E598BDC8-A309-63C8-B903-CAE217AA5C74}"/>
          </ac:picMkLst>
        </pc:picChg>
        <pc:picChg chg="add mod">
          <ac:chgData name="#CUI SHUAIWEN#" userId="35a196ea-bcb8-475e-86cf-0b9eaca8a48f" providerId="ADAL" clId="{B211C9B5-261B-4942-BA9A-09F683ABF9B5}" dt="2025-05-28T10:18:06.046" v="2095" actId="34136"/>
          <ac:picMkLst>
            <pc:docMk/>
            <pc:sldMk cId="1279713471" sldId="262"/>
            <ac:picMk id="101" creationId="{FF665568-7022-2B77-85A5-1CF7BD61C630}"/>
          </ac:picMkLst>
        </pc:picChg>
        <pc:picChg chg="add mod topLvl">
          <ac:chgData name="#CUI SHUAIWEN#" userId="35a196ea-bcb8-475e-86cf-0b9eaca8a48f" providerId="ADAL" clId="{B211C9B5-261B-4942-BA9A-09F683ABF9B5}" dt="2025-05-28T10:18:26.405" v="2099" actId="164"/>
          <ac:picMkLst>
            <pc:docMk/>
            <pc:sldMk cId="1279713471" sldId="262"/>
            <ac:picMk id="102" creationId="{0C090C97-BB3E-A48C-4E0A-6DDC967203CC}"/>
          </ac:picMkLst>
        </pc:picChg>
        <pc:picChg chg="add del mod">
          <ac:chgData name="#CUI SHUAIWEN#" userId="35a196ea-bcb8-475e-86cf-0b9eaca8a48f" providerId="ADAL" clId="{B211C9B5-261B-4942-BA9A-09F683ABF9B5}" dt="2025-05-28T09:51:33.782" v="1716" actId="478"/>
          <ac:picMkLst>
            <pc:docMk/>
            <pc:sldMk cId="1279713471" sldId="262"/>
            <ac:picMk id="103" creationId="{3E0CB445-B3D4-DE27-E641-C8CEA1557A38}"/>
          </ac:picMkLst>
        </pc:picChg>
        <pc:picChg chg="add mod topLvl">
          <ac:chgData name="#CUI SHUAIWEN#" userId="35a196ea-bcb8-475e-86cf-0b9eaca8a48f" providerId="ADAL" clId="{B211C9B5-261B-4942-BA9A-09F683ABF9B5}" dt="2025-05-28T10:18:26.405" v="2099" actId="164"/>
          <ac:picMkLst>
            <pc:docMk/>
            <pc:sldMk cId="1279713471" sldId="262"/>
            <ac:picMk id="104" creationId="{83A1C6B1-9EE0-F70F-379F-14FD1AFE6C97}"/>
          </ac:picMkLst>
        </pc:picChg>
        <pc:picChg chg="add del mod">
          <ac:chgData name="#CUI SHUAIWEN#" userId="35a196ea-bcb8-475e-86cf-0b9eaca8a48f" providerId="ADAL" clId="{B211C9B5-261B-4942-BA9A-09F683ABF9B5}" dt="2025-05-28T09:48:04.249" v="1660" actId="478"/>
          <ac:picMkLst>
            <pc:docMk/>
            <pc:sldMk cId="1279713471" sldId="262"/>
            <ac:picMk id="105" creationId="{D756E5FE-3560-3974-9264-BE345CF6333D}"/>
          </ac:picMkLst>
        </pc:picChg>
        <pc:picChg chg="add mod topLvl">
          <ac:chgData name="#CUI SHUAIWEN#" userId="35a196ea-bcb8-475e-86cf-0b9eaca8a48f" providerId="ADAL" clId="{B211C9B5-261B-4942-BA9A-09F683ABF9B5}" dt="2025-05-28T10:18:26.405" v="2099" actId="164"/>
          <ac:picMkLst>
            <pc:docMk/>
            <pc:sldMk cId="1279713471" sldId="262"/>
            <ac:picMk id="106" creationId="{AD638EA8-21D7-E864-C9BA-04552D67522D}"/>
          </ac:picMkLst>
        </pc:picChg>
        <pc:picChg chg="add mod topLvl">
          <ac:chgData name="#CUI SHUAIWEN#" userId="35a196ea-bcb8-475e-86cf-0b9eaca8a48f" providerId="ADAL" clId="{B211C9B5-261B-4942-BA9A-09F683ABF9B5}" dt="2025-05-28T10:18:31.162" v="2100" actId="164"/>
          <ac:picMkLst>
            <pc:docMk/>
            <pc:sldMk cId="1279713471" sldId="262"/>
            <ac:picMk id="108" creationId="{85DCD296-58E7-28E1-4FA8-8BDC9DE3A9FD}"/>
          </ac:picMkLst>
        </pc:picChg>
        <pc:picChg chg="add mod topLvl">
          <ac:chgData name="#CUI SHUAIWEN#" userId="35a196ea-bcb8-475e-86cf-0b9eaca8a48f" providerId="ADAL" clId="{B211C9B5-261B-4942-BA9A-09F683ABF9B5}" dt="2025-05-28T13:39:56.491" v="2208" actId="165"/>
          <ac:picMkLst>
            <pc:docMk/>
            <pc:sldMk cId="1279713471" sldId="262"/>
            <ac:picMk id="118" creationId="{1EE5CB7A-3864-27B4-1430-0F21C3728167}"/>
          </ac:picMkLst>
        </pc:picChg>
        <pc:picChg chg="add mod topLvl">
          <ac:chgData name="#CUI SHUAIWEN#" userId="35a196ea-bcb8-475e-86cf-0b9eaca8a48f" providerId="ADAL" clId="{B211C9B5-261B-4942-BA9A-09F683ABF9B5}" dt="2025-05-28T10:19:03.254" v="2105" actId="164"/>
          <ac:picMkLst>
            <pc:docMk/>
            <pc:sldMk cId="1279713471" sldId="262"/>
            <ac:picMk id="119" creationId="{8FC88996-4B4D-B6E0-01F4-E55F253808E0}"/>
          </ac:picMkLst>
        </pc:picChg>
        <pc:picChg chg="add del mod">
          <ac:chgData name="#CUI SHUAIWEN#" userId="35a196ea-bcb8-475e-86cf-0b9eaca8a48f" providerId="ADAL" clId="{B211C9B5-261B-4942-BA9A-09F683ABF9B5}" dt="2025-05-28T09:51:33.782" v="1716" actId="478"/>
          <ac:picMkLst>
            <pc:docMk/>
            <pc:sldMk cId="1279713471" sldId="262"/>
            <ac:picMk id="120" creationId="{A3AFB815-48E4-56FA-C359-027B84185399}"/>
          </ac:picMkLst>
        </pc:picChg>
        <pc:picChg chg="add mod">
          <ac:chgData name="#CUI SHUAIWEN#" userId="35a196ea-bcb8-475e-86cf-0b9eaca8a48f" providerId="ADAL" clId="{B211C9B5-261B-4942-BA9A-09F683ABF9B5}" dt="2025-05-28T09:49:44.609" v="1666"/>
          <ac:picMkLst>
            <pc:docMk/>
            <pc:sldMk cId="1279713471" sldId="262"/>
            <ac:picMk id="122" creationId="{6C085DF2-67F3-63B1-F699-ABDD881E08DC}"/>
          </ac:picMkLst>
        </pc:picChg>
        <pc:picChg chg="add mod">
          <ac:chgData name="#CUI SHUAIWEN#" userId="35a196ea-bcb8-475e-86cf-0b9eaca8a48f" providerId="ADAL" clId="{B211C9B5-261B-4942-BA9A-09F683ABF9B5}" dt="2025-05-28T09:49:44.609" v="1666"/>
          <ac:picMkLst>
            <pc:docMk/>
            <pc:sldMk cId="1279713471" sldId="262"/>
            <ac:picMk id="124" creationId="{01303D33-E308-F2CA-74E4-59A588951938}"/>
          </ac:picMkLst>
        </pc:picChg>
        <pc:picChg chg="add mod">
          <ac:chgData name="#CUI SHUAIWEN#" userId="35a196ea-bcb8-475e-86cf-0b9eaca8a48f" providerId="ADAL" clId="{B211C9B5-261B-4942-BA9A-09F683ABF9B5}" dt="2025-05-28T09:49:44.609" v="1666"/>
          <ac:picMkLst>
            <pc:docMk/>
            <pc:sldMk cId="1279713471" sldId="262"/>
            <ac:picMk id="126" creationId="{AC20945D-5AF8-A564-7DB2-3E6B6DFB9BE1}"/>
          </ac:picMkLst>
        </pc:picChg>
        <pc:picChg chg="add mod">
          <ac:chgData name="#CUI SHUAIWEN#" userId="35a196ea-bcb8-475e-86cf-0b9eaca8a48f" providerId="ADAL" clId="{B211C9B5-261B-4942-BA9A-09F683ABF9B5}" dt="2025-05-28T09:49:44.609" v="1666"/>
          <ac:picMkLst>
            <pc:docMk/>
            <pc:sldMk cId="1279713471" sldId="262"/>
            <ac:picMk id="128" creationId="{7E9B170A-1DB2-9104-4158-ADEA015CD7C4}"/>
          </ac:picMkLst>
        </pc:picChg>
        <pc:picChg chg="add mod">
          <ac:chgData name="#CUI SHUAIWEN#" userId="35a196ea-bcb8-475e-86cf-0b9eaca8a48f" providerId="ADAL" clId="{B211C9B5-261B-4942-BA9A-09F683ABF9B5}" dt="2025-05-28T09:49:44.609" v="1666"/>
          <ac:picMkLst>
            <pc:docMk/>
            <pc:sldMk cId="1279713471" sldId="262"/>
            <ac:picMk id="130" creationId="{46B066A4-6C85-A9B0-F63F-D0EBFC153C35}"/>
          </ac:picMkLst>
        </pc:picChg>
        <pc:picChg chg="add mod">
          <ac:chgData name="#CUI SHUAIWEN#" userId="35a196ea-bcb8-475e-86cf-0b9eaca8a48f" providerId="ADAL" clId="{B211C9B5-261B-4942-BA9A-09F683ABF9B5}" dt="2025-05-28T09:49:44.609" v="1666"/>
          <ac:picMkLst>
            <pc:docMk/>
            <pc:sldMk cId="1279713471" sldId="262"/>
            <ac:picMk id="132" creationId="{978D530F-6794-4386-F1D9-9AC119E33ADE}"/>
          </ac:picMkLst>
        </pc:picChg>
        <pc:picChg chg="add mod topLvl">
          <ac:chgData name="#CUI SHUAIWEN#" userId="35a196ea-bcb8-475e-86cf-0b9eaca8a48f" providerId="ADAL" clId="{B211C9B5-261B-4942-BA9A-09F683ABF9B5}" dt="2025-05-28T10:18:31.162" v="2100" actId="164"/>
          <ac:picMkLst>
            <pc:docMk/>
            <pc:sldMk cId="1279713471" sldId="262"/>
            <ac:picMk id="133" creationId="{E506199F-2B91-4E3B-DF3B-6C9F1906EF31}"/>
          </ac:picMkLst>
        </pc:picChg>
        <pc:picChg chg="add mod topLvl">
          <ac:chgData name="#CUI SHUAIWEN#" userId="35a196ea-bcb8-475e-86cf-0b9eaca8a48f" providerId="ADAL" clId="{B211C9B5-261B-4942-BA9A-09F683ABF9B5}" dt="2025-05-28T13:41:06.681" v="2238" actId="164"/>
          <ac:picMkLst>
            <pc:docMk/>
            <pc:sldMk cId="1279713471" sldId="262"/>
            <ac:picMk id="134" creationId="{DD5D37EC-DC4B-A879-EB15-EF98EF33E2F9}"/>
          </ac:picMkLst>
        </pc:picChg>
        <pc:picChg chg="add mod topLvl">
          <ac:chgData name="#CUI SHUAIWEN#" userId="35a196ea-bcb8-475e-86cf-0b9eaca8a48f" providerId="ADAL" clId="{B211C9B5-261B-4942-BA9A-09F683ABF9B5}" dt="2025-05-28T13:41:06.681" v="2238" actId="164"/>
          <ac:picMkLst>
            <pc:docMk/>
            <pc:sldMk cId="1279713471" sldId="262"/>
            <ac:picMk id="135" creationId="{23D8B190-3D72-3C53-9947-23C9A5532352}"/>
          </ac:picMkLst>
        </pc:picChg>
        <pc:picChg chg="add mod topLvl">
          <ac:chgData name="#CUI SHUAIWEN#" userId="35a196ea-bcb8-475e-86cf-0b9eaca8a48f" providerId="ADAL" clId="{B211C9B5-261B-4942-BA9A-09F683ABF9B5}" dt="2025-05-28T13:41:06.681" v="2238" actId="164"/>
          <ac:picMkLst>
            <pc:docMk/>
            <pc:sldMk cId="1279713471" sldId="262"/>
            <ac:picMk id="136" creationId="{FF64B146-71B9-4084-CD23-6A880D043A43}"/>
          </ac:picMkLst>
        </pc:picChg>
        <pc:picChg chg="add mod topLvl">
          <ac:chgData name="#CUI SHUAIWEN#" userId="35a196ea-bcb8-475e-86cf-0b9eaca8a48f" providerId="ADAL" clId="{B211C9B5-261B-4942-BA9A-09F683ABF9B5}" dt="2025-05-28T10:19:03.254" v="2105" actId="164"/>
          <ac:picMkLst>
            <pc:docMk/>
            <pc:sldMk cId="1279713471" sldId="262"/>
            <ac:picMk id="140" creationId="{7414EC57-CD12-503D-0333-D3D8F9CEF898}"/>
          </ac:picMkLst>
        </pc:picChg>
        <pc:picChg chg="add mod topLvl">
          <ac:chgData name="#CUI SHUAIWEN#" userId="35a196ea-bcb8-475e-86cf-0b9eaca8a48f" providerId="ADAL" clId="{B211C9B5-261B-4942-BA9A-09F683ABF9B5}" dt="2025-05-28T10:19:03.254" v="2105" actId="164"/>
          <ac:picMkLst>
            <pc:docMk/>
            <pc:sldMk cId="1279713471" sldId="262"/>
            <ac:picMk id="141" creationId="{9DD86602-7A9C-BCEF-A85F-4455A5488479}"/>
          </ac:picMkLst>
        </pc:picChg>
        <pc:picChg chg="add del mod">
          <ac:chgData name="#CUI SHUAIWEN#" userId="35a196ea-bcb8-475e-86cf-0b9eaca8a48f" providerId="ADAL" clId="{B211C9B5-261B-4942-BA9A-09F683ABF9B5}" dt="2025-05-28T09:54:51.651" v="1816" actId="478"/>
          <ac:picMkLst>
            <pc:docMk/>
            <pc:sldMk cId="1279713471" sldId="262"/>
            <ac:picMk id="142" creationId="{235030A4-8860-77E3-6CA4-AB22B289C783}"/>
          </ac:picMkLst>
        </pc:picChg>
        <pc:picChg chg="add mod topLvl">
          <ac:chgData name="#CUI SHUAIWEN#" userId="35a196ea-bcb8-475e-86cf-0b9eaca8a48f" providerId="ADAL" clId="{B211C9B5-261B-4942-BA9A-09F683ABF9B5}" dt="2025-05-28T10:19:03.254" v="2105" actId="164"/>
          <ac:picMkLst>
            <pc:docMk/>
            <pc:sldMk cId="1279713471" sldId="262"/>
            <ac:picMk id="143" creationId="{BADDEB94-5A71-6BB5-F2A1-B97CA274F620}"/>
          </ac:picMkLst>
        </pc:picChg>
        <pc:picChg chg="add del mod">
          <ac:chgData name="#CUI SHUAIWEN#" userId="35a196ea-bcb8-475e-86cf-0b9eaca8a48f" providerId="ADAL" clId="{B211C9B5-261B-4942-BA9A-09F683ABF9B5}" dt="2025-05-28T10:00:00.529" v="1923" actId="478"/>
          <ac:picMkLst>
            <pc:docMk/>
            <pc:sldMk cId="1279713471" sldId="262"/>
            <ac:picMk id="151" creationId="{EE98EC42-1AF8-7280-8A88-164E0ECC9531}"/>
          </ac:picMkLst>
        </pc:picChg>
        <pc:picChg chg="add mod topLvl">
          <ac:chgData name="#CUI SHUAIWEN#" userId="35a196ea-bcb8-475e-86cf-0b9eaca8a48f" providerId="ADAL" clId="{B211C9B5-261B-4942-BA9A-09F683ABF9B5}" dt="2025-05-28T10:18:31.162" v="2100" actId="164"/>
          <ac:picMkLst>
            <pc:docMk/>
            <pc:sldMk cId="1279713471" sldId="262"/>
            <ac:picMk id="155" creationId="{4E668744-5A27-B49C-B7B4-A2BE73BC9958}"/>
          </ac:picMkLst>
        </pc:picChg>
        <pc:cxnChg chg="add del mod">
          <ac:chgData name="#CUI SHUAIWEN#" userId="35a196ea-bcb8-475e-86cf-0b9eaca8a48f" providerId="ADAL" clId="{B211C9B5-261B-4942-BA9A-09F683ABF9B5}" dt="2025-05-28T10:19:53.946" v="2117" actId="1076"/>
          <ac:cxnSpMkLst>
            <pc:docMk/>
            <pc:sldMk cId="1279713471" sldId="262"/>
            <ac:cxnSpMk id="26" creationId="{574064E0-DD08-B6B6-405D-7F012C6979DD}"/>
          </ac:cxnSpMkLst>
        </pc:cxnChg>
        <pc:cxnChg chg="add mod">
          <ac:chgData name="#CUI SHUAIWEN#" userId="35a196ea-bcb8-475e-86cf-0b9eaca8a48f" providerId="ADAL" clId="{B211C9B5-261B-4942-BA9A-09F683ABF9B5}" dt="2025-05-28T10:25:02.090" v="2169" actId="1582"/>
          <ac:cxnSpMkLst>
            <pc:docMk/>
            <pc:sldMk cId="1279713471" sldId="262"/>
            <ac:cxnSpMk id="173" creationId="{8550C951-060F-4C14-69AB-49D157DA8458}"/>
          </ac:cxnSpMkLst>
        </pc:cxnChg>
        <pc:cxnChg chg="add mod">
          <ac:chgData name="#CUI SHUAIWEN#" userId="35a196ea-bcb8-475e-86cf-0b9eaca8a48f" providerId="ADAL" clId="{B211C9B5-261B-4942-BA9A-09F683ABF9B5}" dt="2025-05-28T10:25:02.090" v="2169" actId="1582"/>
          <ac:cxnSpMkLst>
            <pc:docMk/>
            <pc:sldMk cId="1279713471" sldId="262"/>
            <ac:cxnSpMk id="175" creationId="{111F09C2-4541-521D-4BEB-3A7454BA70EB}"/>
          </ac:cxnSpMkLst>
        </pc:cxnChg>
      </pc:sldChg>
      <pc:sldChg chg="del">
        <pc:chgData name="#CUI SHUAIWEN#" userId="35a196ea-bcb8-475e-86cf-0b9eaca8a48f" providerId="ADAL" clId="{B211C9B5-261B-4942-BA9A-09F683ABF9B5}" dt="2025-05-28T08:18:06.892" v="5" actId="47"/>
        <pc:sldMkLst>
          <pc:docMk/>
          <pc:sldMk cId="2113624502" sldId="262"/>
        </pc:sldMkLst>
      </pc:sldChg>
      <pc:sldChg chg="del">
        <pc:chgData name="#CUI SHUAIWEN#" userId="35a196ea-bcb8-475e-86cf-0b9eaca8a48f" providerId="ADAL" clId="{B211C9B5-261B-4942-BA9A-09F683ABF9B5}" dt="2025-05-28T08:18:07.439" v="6" actId="47"/>
        <pc:sldMkLst>
          <pc:docMk/>
          <pc:sldMk cId="290271786" sldId="263"/>
        </pc:sldMkLst>
      </pc:sldChg>
      <pc:sldChg chg="del">
        <pc:chgData name="#CUI SHUAIWEN#" userId="35a196ea-bcb8-475e-86cf-0b9eaca8a48f" providerId="ADAL" clId="{B211C9B5-261B-4942-BA9A-09F683ABF9B5}" dt="2025-05-28T08:18:07.950" v="7" actId="47"/>
        <pc:sldMkLst>
          <pc:docMk/>
          <pc:sldMk cId="3613112181" sldId="264"/>
        </pc:sldMkLst>
      </pc:sldChg>
      <pc:sldChg chg="del">
        <pc:chgData name="#CUI SHUAIWEN#" userId="35a196ea-bcb8-475e-86cf-0b9eaca8a48f" providerId="ADAL" clId="{B211C9B5-261B-4942-BA9A-09F683ABF9B5}" dt="2025-05-28T08:18:08.539" v="8" actId="47"/>
        <pc:sldMkLst>
          <pc:docMk/>
          <pc:sldMk cId="507776933" sldId="265"/>
        </pc:sldMkLst>
      </pc:sldChg>
      <pc:sldChg chg="del">
        <pc:chgData name="#CUI SHUAIWEN#" userId="35a196ea-bcb8-475e-86cf-0b9eaca8a48f" providerId="ADAL" clId="{B211C9B5-261B-4942-BA9A-09F683ABF9B5}" dt="2025-05-28T08:18:09.168" v="9" actId="47"/>
        <pc:sldMkLst>
          <pc:docMk/>
          <pc:sldMk cId="1499130640" sldId="266"/>
        </pc:sldMkLst>
      </pc:sldChg>
      <pc:sldChg chg="del">
        <pc:chgData name="#CUI SHUAIWEN#" userId="35a196ea-bcb8-475e-86cf-0b9eaca8a48f" providerId="ADAL" clId="{B211C9B5-261B-4942-BA9A-09F683ABF9B5}" dt="2025-05-28T08:18:10.873" v="10" actId="47"/>
        <pc:sldMkLst>
          <pc:docMk/>
          <pc:sldMk cId="43336623" sldId="267"/>
        </pc:sldMkLst>
      </pc:sldChg>
      <pc:sldChg chg="del">
        <pc:chgData name="#CUI SHUAIWEN#" userId="35a196ea-bcb8-475e-86cf-0b9eaca8a48f" providerId="ADAL" clId="{B211C9B5-261B-4942-BA9A-09F683ABF9B5}" dt="2025-05-28T08:18:12.157" v="12" actId="47"/>
        <pc:sldMkLst>
          <pc:docMk/>
          <pc:sldMk cId="3879956611" sldId="269"/>
        </pc:sldMkLst>
      </pc:sldChg>
      <pc:sldChg chg="del">
        <pc:chgData name="#CUI SHUAIWEN#" userId="35a196ea-bcb8-475e-86cf-0b9eaca8a48f" providerId="ADAL" clId="{B211C9B5-261B-4942-BA9A-09F683ABF9B5}" dt="2025-05-28T08:18:12.610" v="13" actId="47"/>
        <pc:sldMkLst>
          <pc:docMk/>
          <pc:sldMk cId="2847131228" sldId="270"/>
        </pc:sldMkLst>
      </pc:sldChg>
      <pc:sldChg chg="del">
        <pc:chgData name="#CUI SHUAIWEN#" userId="35a196ea-bcb8-475e-86cf-0b9eaca8a48f" providerId="ADAL" clId="{B211C9B5-261B-4942-BA9A-09F683ABF9B5}" dt="2025-05-28T08:18:11.617" v="11" actId="47"/>
        <pc:sldMkLst>
          <pc:docMk/>
          <pc:sldMk cId="1268449071" sldId="547"/>
        </pc:sldMkLst>
      </pc:sldChg>
      <pc:sldChg chg="del">
        <pc:chgData name="#CUI SHUAIWEN#" userId="35a196ea-bcb8-475e-86cf-0b9eaca8a48f" providerId="ADAL" clId="{B211C9B5-261B-4942-BA9A-09F683ABF9B5}" dt="2025-05-28T08:18:13.171" v="14" actId="47"/>
        <pc:sldMkLst>
          <pc:docMk/>
          <pc:sldMk cId="2697602164" sldId="548"/>
        </pc:sldMkLst>
      </pc:sldChg>
      <pc:sldChg chg="del">
        <pc:chgData name="#CUI SHUAIWEN#" userId="35a196ea-bcb8-475e-86cf-0b9eaca8a48f" providerId="ADAL" clId="{B211C9B5-261B-4942-BA9A-09F683ABF9B5}" dt="2025-05-28T08:18:13.937" v="15" actId="47"/>
        <pc:sldMkLst>
          <pc:docMk/>
          <pc:sldMk cId="2239142705" sldId="549"/>
        </pc:sldMkLst>
      </pc:sldChg>
      <pc:sldChg chg="del">
        <pc:chgData name="#CUI SHUAIWEN#" userId="35a196ea-bcb8-475e-86cf-0b9eaca8a48f" providerId="ADAL" clId="{B211C9B5-261B-4942-BA9A-09F683ABF9B5}" dt="2025-05-28T08:18:14.682" v="16" actId="47"/>
        <pc:sldMkLst>
          <pc:docMk/>
          <pc:sldMk cId="3625342634" sldId="550"/>
        </pc:sldMkLst>
      </pc:sldChg>
      <pc:sldMasterChg chg="delSldLayout">
        <pc:chgData name="#CUI SHUAIWEN#" userId="35a196ea-bcb8-475e-86cf-0b9eaca8a48f" providerId="ADAL" clId="{B211C9B5-261B-4942-BA9A-09F683ABF9B5}" dt="2025-05-28T08:18:11.617" v="11" actId="47"/>
        <pc:sldMasterMkLst>
          <pc:docMk/>
          <pc:sldMasterMk cId="3786833112" sldId="2147483648"/>
        </pc:sldMasterMkLst>
        <pc:sldLayoutChg chg="del">
          <pc:chgData name="#CUI SHUAIWEN#" userId="35a196ea-bcb8-475e-86cf-0b9eaca8a48f" providerId="ADAL" clId="{B211C9B5-261B-4942-BA9A-09F683ABF9B5}" dt="2025-05-28T08:18:11.617" v="11" actId="47"/>
          <pc:sldLayoutMkLst>
            <pc:docMk/>
            <pc:sldMasterMk cId="3786833112" sldId="2147483648"/>
            <pc:sldLayoutMk cId="3780120226" sldId="2147483863"/>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12A36AD-C140-47B5-A0AA-2808AF1C1C9D}" type="datetimeFigureOut">
              <a:rPr lang="en-AU" smtClean="0"/>
              <a:t>5/6/2025</a:t>
            </a:fld>
            <a:endParaRPr lang="en-AU"/>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AU"/>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6A420D9-E2BA-4BD5-B845-F55DFC0118AC}" type="slidenum">
              <a:rPr lang="en-AU" smtClean="0"/>
              <a:t>‹#›</a:t>
            </a:fld>
            <a:endParaRPr lang="en-AU"/>
          </a:p>
        </p:txBody>
      </p:sp>
    </p:spTree>
    <p:extLst>
      <p:ext uri="{BB962C8B-B14F-4D97-AF65-F5344CB8AC3E}">
        <p14:creationId xmlns:p14="http://schemas.microsoft.com/office/powerpoint/2010/main" val="268497846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763829E-EB69-4A98-9D54-8D6822520B27}" type="datetimeFigureOut">
              <a:rPr lang="en-AU" smtClean="0"/>
              <a:t>5/6/2025</a:t>
            </a:fld>
            <a:endParaRPr lang="en-AU"/>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EF05BAA-92F6-4DEA-A832-E4B15A2F525C}" type="slidenum">
              <a:rPr lang="en-AU" smtClean="0"/>
              <a:t>‹#›</a:t>
            </a:fld>
            <a:endParaRPr lang="en-AU"/>
          </a:p>
        </p:txBody>
      </p:sp>
    </p:spTree>
    <p:extLst>
      <p:ext uri="{BB962C8B-B14F-4D97-AF65-F5344CB8AC3E}">
        <p14:creationId xmlns:p14="http://schemas.microsoft.com/office/powerpoint/2010/main" val="20399785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ts val="1200"/>
              </a:lnSpc>
              <a:buNone/>
            </a:pPr>
            <a:r>
              <a:rPr lang="en-US" b="0" dirty="0">
                <a:solidFill>
                  <a:srgbClr val="CCCCCC"/>
                </a:solidFill>
                <a:effectLst/>
                <a:latin typeface="Consolas" panose="020B0609020204030204" pitchFamily="49" charset="0"/>
              </a:rPr>
              <a:t>It’s still fresh in our minds that last year, the MRT East-West Line went down for a couple of days, causing great inconvenience and showing exactly why we need to monitor the infrastructures.</a:t>
            </a:r>
          </a:p>
          <a:p>
            <a:pPr>
              <a:lnSpc>
                <a:spcPts val="1200"/>
              </a:lnSpc>
              <a:buNone/>
            </a:pPr>
            <a:br>
              <a:rPr lang="en-US" b="0" dirty="0">
                <a:solidFill>
                  <a:srgbClr val="CCCCCC"/>
                </a:solidFill>
                <a:effectLst/>
                <a:latin typeface="Consolas" panose="020B0609020204030204" pitchFamily="49" charset="0"/>
              </a:rPr>
            </a:br>
            <a:r>
              <a:rPr lang="en-US" b="0" dirty="0">
                <a:solidFill>
                  <a:srgbClr val="CCCCCC"/>
                </a:solidFill>
                <a:effectLst/>
                <a:latin typeface="Consolas" panose="020B0609020204030204" pitchFamily="49" charset="0"/>
              </a:rPr>
              <a:t>Nowadays, it is quite common to use the Internet of Things Technology (aka IoT) to monitor infrastructures. As shown here, typically, there are several sensors for raw data collection, a gateway node for data transmission, and a remote cloud server for computation and storage. Conventionally, the data is computed at the remote server, but this centralized computing paradigm suffers from high latency and high power consumption due to the long distance between the sensors and the cloud server. So nowadays, we are shifting the computation from the cloud back to the edge, standing for a distributed computing paradigm. As we migrating from the centralized computing to the distributed computing, we can harness the advantages of low power consumption and low latency. However, there is no free lunch, and the trade-off is the limited onboard computing resources at the edge.</a:t>
            </a:r>
          </a:p>
          <a:p>
            <a:pPr>
              <a:lnSpc>
                <a:spcPts val="1200"/>
              </a:lnSpc>
            </a:pPr>
            <a:br>
              <a:rPr lang="en-US" b="0" dirty="0">
                <a:solidFill>
                  <a:srgbClr val="CCCCCC"/>
                </a:solidFill>
                <a:effectLst/>
                <a:latin typeface="Consolas" panose="020B0609020204030204" pitchFamily="49" charset="0"/>
              </a:rPr>
            </a:br>
            <a:r>
              <a:rPr lang="en-US" b="0" dirty="0">
                <a:solidFill>
                  <a:srgbClr val="CCCCCC"/>
                </a:solidFill>
                <a:effectLst/>
                <a:latin typeface="Consolas" panose="020B0609020204030204" pitchFamily="49" charset="0"/>
              </a:rPr>
              <a:t>My research is to accelerate this paradigm shifting by developing a distributed intelligence enabling framework for IoT-based structural health monitoring. To facilitate the development, we first prototyped an IoT sensor. The sensor hardware features a main control and four subsystems. To drive the sensor, we have further developed a software stack with four layers. Both the sensor hardware and software are to facilitate the development of the distributed intelligence enabling framework, which is embodied as a library residing in the middleware layer. The foundation of this frame is a series of lightweight mathematical, signal processing, and AI algorithms that can be used for typical structural health monitoring tasks. </a:t>
            </a:r>
            <a:r>
              <a:rPr lang="en-US" b="0">
                <a:solidFill>
                  <a:srgbClr val="CCCCCC"/>
                </a:solidFill>
                <a:effectLst/>
                <a:latin typeface="Consolas" panose="020B0609020204030204" pitchFamily="49" charset="0"/>
              </a:rPr>
              <a:t>Till today, we have successfully used this solution for several use cases, including acceleration live streaming, data anomaly detection, and sudden damage alarming, and all show good performance and great potential.  </a:t>
            </a:r>
          </a:p>
          <a:p>
            <a:endParaRPr lang="en-US" dirty="0"/>
          </a:p>
        </p:txBody>
      </p:sp>
      <p:sp>
        <p:nvSpPr>
          <p:cNvPr id="4" name="Slide Number Placeholder 3"/>
          <p:cNvSpPr>
            <a:spLocks noGrp="1"/>
          </p:cNvSpPr>
          <p:nvPr>
            <p:ph type="sldNum" sz="quarter" idx="5"/>
          </p:nvPr>
        </p:nvSpPr>
        <p:spPr/>
        <p:txBody>
          <a:bodyPr/>
          <a:lstStyle/>
          <a:p>
            <a:fld id="{0EF05BAA-92F6-4DEA-A832-E4B15A2F525C}" type="slidenum">
              <a:rPr lang="en-AU" smtClean="0"/>
              <a:t>2</a:t>
            </a:fld>
            <a:endParaRPr lang="en-AU"/>
          </a:p>
        </p:txBody>
      </p:sp>
    </p:spTree>
    <p:extLst>
      <p:ext uri="{BB962C8B-B14F-4D97-AF65-F5344CB8AC3E}">
        <p14:creationId xmlns:p14="http://schemas.microsoft.com/office/powerpoint/2010/main" val="5631184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Cover Slide_Purple">
    <p:bg>
      <p:bgPr>
        <a:gradFill>
          <a:gsLst>
            <a:gs pos="0">
              <a:srgbClr val="962A8B"/>
            </a:gs>
            <a:gs pos="39000">
              <a:schemeClr val="accent1"/>
            </a:gs>
          </a:gsLst>
          <a:lin ang="10800000" scaled="0"/>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201432" y="2780928"/>
            <a:ext cx="5112568" cy="1296144"/>
          </a:xfrm>
        </p:spPr>
        <p:txBody>
          <a:bodyPr vert="horz" lIns="0" tIns="0" rIns="0" bIns="0" rtlCol="0" anchor="t">
            <a:noAutofit/>
          </a:bodyPr>
          <a:lstStyle>
            <a:lvl1pPr>
              <a:defRPr kumimoji="0" lang="en-AU" sz="4300" i="0" u="none" strike="noStrike" cap="none" spc="0" normalizeH="0" baseline="0" dirty="0">
                <a:ln>
                  <a:noFill/>
                </a:ln>
                <a:solidFill>
                  <a:schemeClr val="bg1"/>
                </a:solidFill>
                <a:effectLst/>
                <a:uLnTx/>
                <a:uFillTx/>
                <a:latin typeface="+mn-lt"/>
              </a:defRPr>
            </a:lvl1pPr>
          </a:lstStyle>
          <a:p>
            <a:pPr marL="0" marR="0" lvl="0" indent="0" fontAlgn="auto">
              <a:spcAft>
                <a:spcPts val="0"/>
              </a:spcAft>
              <a:buClrTx/>
              <a:buSzTx/>
              <a:buFontTx/>
              <a:tabLst/>
            </a:pPr>
            <a:r>
              <a:rPr lang="en-US" dirty="0"/>
              <a:t>Presentation title goes here</a:t>
            </a:r>
            <a:endParaRPr lang="en-AU" dirty="0"/>
          </a:p>
        </p:txBody>
      </p:sp>
      <p:sp>
        <p:nvSpPr>
          <p:cNvPr id="7" name="Text Placeholder 6"/>
          <p:cNvSpPr>
            <a:spLocks noGrp="1"/>
          </p:cNvSpPr>
          <p:nvPr>
            <p:ph type="body" sz="quarter" idx="10" hasCustomPrompt="1"/>
          </p:nvPr>
        </p:nvSpPr>
        <p:spPr>
          <a:xfrm>
            <a:off x="5201404" y="4307954"/>
            <a:ext cx="5116831" cy="246221"/>
          </a:xfrm>
          <a:prstGeom prst="rect">
            <a:avLst/>
          </a:prstGeom>
        </p:spPr>
        <p:txBody>
          <a:bodyPr vert="horz" wrap="square" lIns="0" tIns="0" rIns="0" bIns="0" rtlCol="0" anchor="t">
            <a:noAutofit/>
          </a:bodyPr>
          <a:lstStyle>
            <a:lvl1pPr>
              <a:defRPr lang="en-US" sz="1600" b="1" spc="0" baseline="0" dirty="0">
                <a:solidFill>
                  <a:schemeClr val="bg1"/>
                </a:solidFill>
                <a:latin typeface="+mn-lt"/>
                <a:ea typeface="+mj-ea"/>
                <a:cs typeface="+mj-cs"/>
              </a:defRPr>
            </a:lvl1pPr>
          </a:lstStyle>
          <a:p>
            <a:pPr lvl="0">
              <a:lnSpc>
                <a:spcPct val="100000"/>
              </a:lnSpc>
              <a:spcBef>
                <a:spcPct val="0"/>
              </a:spcBef>
            </a:pPr>
            <a:r>
              <a:rPr lang="en-US" dirty="0"/>
              <a:t>Presentation subtitle goes here</a:t>
            </a:r>
          </a:p>
        </p:txBody>
      </p:sp>
      <p:pic>
        <p:nvPicPr>
          <p:cNvPr id="5" name="Picture 4" descr="A white text on a black background&#10;&#10;Description automatically generated">
            <a:extLst>
              <a:ext uri="{FF2B5EF4-FFF2-40B4-BE49-F238E27FC236}">
                <a16:creationId xmlns:a16="http://schemas.microsoft.com/office/drawing/2014/main" id="{3E5963B6-DEFF-DC8A-ED68-55A8A6E34399}"/>
              </a:ext>
            </a:extLst>
          </p:cNvPr>
          <p:cNvPicPr>
            <a:picLocks noChangeAspect="1"/>
          </p:cNvPicPr>
          <p:nvPr userDrawn="1"/>
        </p:nvPicPr>
        <p:blipFill>
          <a:blip r:embed="rId2"/>
          <a:stretch>
            <a:fillRect/>
          </a:stretch>
        </p:blipFill>
        <p:spPr>
          <a:xfrm>
            <a:off x="9799983" y="393370"/>
            <a:ext cx="1968406" cy="634151"/>
          </a:xfrm>
          <a:prstGeom prst="rect">
            <a:avLst/>
          </a:prstGeom>
        </p:spPr>
      </p:pic>
      <p:pic>
        <p:nvPicPr>
          <p:cNvPr id="9" name="Picture 8" descr="A black and white number&#10;&#10;Description automatically generated">
            <a:extLst>
              <a:ext uri="{FF2B5EF4-FFF2-40B4-BE49-F238E27FC236}">
                <a16:creationId xmlns:a16="http://schemas.microsoft.com/office/drawing/2014/main" id="{B18148E4-8994-1927-951C-5A0BDC730CA3}"/>
              </a:ext>
            </a:extLst>
          </p:cNvPr>
          <p:cNvPicPr>
            <a:picLocks noChangeAspect="1"/>
          </p:cNvPicPr>
          <p:nvPr userDrawn="1"/>
        </p:nvPicPr>
        <p:blipFill rotWithShape="1">
          <a:blip r:embed="rId3"/>
          <a:srcRect l="7581" t="2143" r="-1499" b="2145"/>
          <a:stretch/>
        </p:blipFill>
        <p:spPr>
          <a:xfrm>
            <a:off x="0" y="0"/>
            <a:ext cx="4443968" cy="6858000"/>
          </a:xfrm>
          <a:prstGeom prst="rect">
            <a:avLst/>
          </a:prstGeom>
        </p:spPr>
      </p:pic>
    </p:spTree>
    <p:extLst>
      <p:ext uri="{BB962C8B-B14F-4D97-AF65-F5344CB8AC3E}">
        <p14:creationId xmlns:p14="http://schemas.microsoft.com/office/powerpoint/2010/main" val="10107000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Slide_Whit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201432" y="2780928"/>
            <a:ext cx="5112568" cy="1296144"/>
          </a:xfrm>
        </p:spPr>
        <p:txBody>
          <a:bodyPr vert="horz" lIns="0" tIns="0" rIns="0" bIns="0" rtlCol="0" anchor="t">
            <a:noAutofit/>
          </a:bodyPr>
          <a:lstStyle>
            <a:lvl1pPr>
              <a:defRPr kumimoji="0" lang="en-AU" sz="4300" i="0" u="none" strike="noStrike" cap="none" spc="0" normalizeH="0" baseline="0" dirty="0">
                <a:ln>
                  <a:noFill/>
                </a:ln>
                <a:solidFill>
                  <a:schemeClr val="accent1"/>
                </a:solidFill>
                <a:effectLst/>
                <a:uLnTx/>
                <a:uFillTx/>
                <a:latin typeface="+mn-lt"/>
              </a:defRPr>
            </a:lvl1pPr>
          </a:lstStyle>
          <a:p>
            <a:pPr marL="0" marR="0" lvl="0" indent="0" fontAlgn="auto">
              <a:spcAft>
                <a:spcPts val="0"/>
              </a:spcAft>
              <a:buClrTx/>
              <a:buSzTx/>
              <a:buFontTx/>
              <a:tabLst/>
            </a:pPr>
            <a:r>
              <a:rPr lang="en-US" dirty="0"/>
              <a:t>Presentation title goes here</a:t>
            </a:r>
            <a:endParaRPr lang="en-AU" dirty="0"/>
          </a:p>
        </p:txBody>
      </p:sp>
      <p:sp>
        <p:nvSpPr>
          <p:cNvPr id="7" name="Text Placeholder 6"/>
          <p:cNvSpPr>
            <a:spLocks noGrp="1"/>
          </p:cNvSpPr>
          <p:nvPr>
            <p:ph type="body" sz="quarter" idx="10" hasCustomPrompt="1"/>
          </p:nvPr>
        </p:nvSpPr>
        <p:spPr>
          <a:xfrm>
            <a:off x="5201404" y="4307954"/>
            <a:ext cx="5116831" cy="246221"/>
          </a:xfrm>
          <a:prstGeom prst="rect">
            <a:avLst/>
          </a:prstGeom>
        </p:spPr>
        <p:txBody>
          <a:bodyPr vert="horz" wrap="square" lIns="0" tIns="0" rIns="0" bIns="0" rtlCol="0" anchor="t">
            <a:noAutofit/>
          </a:bodyPr>
          <a:lstStyle>
            <a:lvl1pPr>
              <a:defRPr lang="en-US" sz="1600" b="1" spc="0" baseline="0" dirty="0">
                <a:solidFill>
                  <a:schemeClr val="accent1"/>
                </a:solidFill>
                <a:latin typeface="+mn-lt"/>
                <a:ea typeface="+mj-ea"/>
                <a:cs typeface="+mj-cs"/>
              </a:defRPr>
            </a:lvl1pPr>
          </a:lstStyle>
          <a:p>
            <a:pPr lvl="0">
              <a:lnSpc>
                <a:spcPct val="100000"/>
              </a:lnSpc>
              <a:spcBef>
                <a:spcPct val="0"/>
              </a:spcBef>
            </a:pPr>
            <a:r>
              <a:rPr lang="en-US" dirty="0"/>
              <a:t>Presentation subtitle goes here</a:t>
            </a:r>
          </a:p>
        </p:txBody>
      </p:sp>
      <p:pic>
        <p:nvPicPr>
          <p:cNvPr id="10" name="Picture 9" descr="A purple number with black dots&#10;&#10;Description automatically generated">
            <a:extLst>
              <a:ext uri="{FF2B5EF4-FFF2-40B4-BE49-F238E27FC236}">
                <a16:creationId xmlns:a16="http://schemas.microsoft.com/office/drawing/2014/main" id="{6E8C0ED0-5859-4BDA-A4C4-3616B1529C70}"/>
              </a:ext>
            </a:extLst>
          </p:cNvPr>
          <p:cNvPicPr>
            <a:picLocks noChangeAspect="1"/>
          </p:cNvPicPr>
          <p:nvPr userDrawn="1"/>
        </p:nvPicPr>
        <p:blipFill rotWithShape="1">
          <a:blip r:embed="rId2"/>
          <a:srcRect t="2392" b="1905"/>
          <a:stretch/>
        </p:blipFill>
        <p:spPr>
          <a:xfrm>
            <a:off x="-24680" y="0"/>
            <a:ext cx="4418000" cy="6858000"/>
          </a:xfrm>
          <a:prstGeom prst="rect">
            <a:avLst/>
          </a:prstGeom>
        </p:spPr>
      </p:pic>
    </p:spTree>
    <p:extLst>
      <p:ext uri="{BB962C8B-B14F-4D97-AF65-F5344CB8AC3E}">
        <p14:creationId xmlns:p14="http://schemas.microsoft.com/office/powerpoint/2010/main" val="9342944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Cover Slide_Whit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201432" y="2780928"/>
            <a:ext cx="5112568" cy="1296144"/>
          </a:xfrm>
        </p:spPr>
        <p:txBody>
          <a:bodyPr vert="horz" lIns="0" tIns="0" rIns="0" bIns="0" rtlCol="0" anchor="t">
            <a:noAutofit/>
          </a:bodyPr>
          <a:lstStyle>
            <a:lvl1pPr>
              <a:defRPr kumimoji="0" lang="en-AU" sz="4300" i="0" u="none" strike="noStrike" cap="none" spc="0" normalizeH="0" baseline="0" dirty="0">
                <a:ln>
                  <a:noFill/>
                </a:ln>
                <a:solidFill>
                  <a:schemeClr val="accent1"/>
                </a:solidFill>
                <a:effectLst/>
                <a:uLnTx/>
                <a:uFillTx/>
                <a:latin typeface="+mn-lt"/>
              </a:defRPr>
            </a:lvl1pPr>
          </a:lstStyle>
          <a:p>
            <a:pPr marL="0" marR="0" lvl="0" indent="0" fontAlgn="auto">
              <a:spcAft>
                <a:spcPts val="0"/>
              </a:spcAft>
              <a:buClrTx/>
              <a:buSzTx/>
              <a:buFontTx/>
              <a:tabLst/>
            </a:pPr>
            <a:r>
              <a:rPr lang="en-US" dirty="0"/>
              <a:t>Presentation title goes here</a:t>
            </a:r>
            <a:endParaRPr lang="en-AU" dirty="0"/>
          </a:p>
        </p:txBody>
      </p:sp>
      <p:sp>
        <p:nvSpPr>
          <p:cNvPr id="7" name="Text Placeholder 6"/>
          <p:cNvSpPr>
            <a:spLocks noGrp="1"/>
          </p:cNvSpPr>
          <p:nvPr>
            <p:ph type="body" sz="quarter" idx="10" hasCustomPrompt="1"/>
          </p:nvPr>
        </p:nvSpPr>
        <p:spPr>
          <a:xfrm>
            <a:off x="5201404" y="4307954"/>
            <a:ext cx="5116831" cy="246221"/>
          </a:xfrm>
          <a:prstGeom prst="rect">
            <a:avLst/>
          </a:prstGeom>
        </p:spPr>
        <p:txBody>
          <a:bodyPr vert="horz" wrap="square" lIns="0" tIns="0" rIns="0" bIns="0" rtlCol="0" anchor="t">
            <a:noAutofit/>
          </a:bodyPr>
          <a:lstStyle>
            <a:lvl1pPr>
              <a:defRPr lang="en-US" sz="1600" b="1" spc="0" baseline="0" dirty="0">
                <a:solidFill>
                  <a:schemeClr val="accent1"/>
                </a:solidFill>
                <a:latin typeface="+mn-lt"/>
                <a:ea typeface="+mj-ea"/>
                <a:cs typeface="+mj-cs"/>
              </a:defRPr>
            </a:lvl1pPr>
          </a:lstStyle>
          <a:p>
            <a:pPr lvl="0">
              <a:lnSpc>
                <a:spcPct val="100000"/>
              </a:lnSpc>
              <a:spcBef>
                <a:spcPct val="0"/>
              </a:spcBef>
            </a:pPr>
            <a:r>
              <a:rPr lang="en-US" dirty="0"/>
              <a:t>Presentation subtitle goes here</a:t>
            </a:r>
          </a:p>
        </p:txBody>
      </p:sp>
      <p:pic>
        <p:nvPicPr>
          <p:cNvPr id="10" name="Picture 9" descr="A purple number with black dots&#10;&#10;Description automatically generated">
            <a:extLst>
              <a:ext uri="{FF2B5EF4-FFF2-40B4-BE49-F238E27FC236}">
                <a16:creationId xmlns:a16="http://schemas.microsoft.com/office/drawing/2014/main" id="{6E8C0ED0-5859-4BDA-A4C4-3616B1529C70}"/>
              </a:ext>
            </a:extLst>
          </p:cNvPr>
          <p:cNvPicPr>
            <a:picLocks noChangeAspect="1"/>
          </p:cNvPicPr>
          <p:nvPr userDrawn="1"/>
        </p:nvPicPr>
        <p:blipFill rotWithShape="1">
          <a:blip r:embed="rId2"/>
          <a:srcRect t="2392" b="1905"/>
          <a:stretch/>
        </p:blipFill>
        <p:spPr>
          <a:xfrm>
            <a:off x="-24680" y="0"/>
            <a:ext cx="4418000" cy="6858000"/>
          </a:xfrm>
          <a:prstGeom prst="rect">
            <a:avLst/>
          </a:prstGeom>
        </p:spPr>
      </p:pic>
    </p:spTree>
    <p:extLst>
      <p:ext uri="{BB962C8B-B14F-4D97-AF65-F5344CB8AC3E}">
        <p14:creationId xmlns:p14="http://schemas.microsoft.com/office/powerpoint/2010/main" val="34395997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1_Title Only">
    <p:spTree>
      <p:nvGrpSpPr>
        <p:cNvPr id="1" name=""/>
        <p:cNvGrpSpPr/>
        <p:nvPr/>
      </p:nvGrpSpPr>
      <p:grpSpPr>
        <a:xfrm>
          <a:off x="0" y="0"/>
          <a:ext cx="0" cy="0"/>
          <a:chOff x="0" y="0"/>
          <a:chExt cx="0" cy="0"/>
        </a:xfrm>
      </p:grpSpPr>
      <p:pic>
        <p:nvPicPr>
          <p:cNvPr id="2" name="Picture 1" descr="A purple number with black dots&#10;&#10;Description automatically generated">
            <a:extLst>
              <a:ext uri="{FF2B5EF4-FFF2-40B4-BE49-F238E27FC236}">
                <a16:creationId xmlns:a16="http://schemas.microsoft.com/office/drawing/2014/main" id="{591AAB09-7550-493F-D65D-EEEA763FC49C}"/>
              </a:ext>
            </a:extLst>
          </p:cNvPr>
          <p:cNvPicPr>
            <a:picLocks noChangeAspect="1"/>
          </p:cNvPicPr>
          <p:nvPr userDrawn="1"/>
        </p:nvPicPr>
        <p:blipFill rotWithShape="1">
          <a:blip r:embed="rId2"/>
          <a:srcRect t="2392" b="1905"/>
          <a:stretch/>
        </p:blipFill>
        <p:spPr>
          <a:xfrm>
            <a:off x="-24680" y="0"/>
            <a:ext cx="4418000" cy="6858000"/>
          </a:xfrm>
          <a:prstGeom prst="rect">
            <a:avLst/>
          </a:prstGeom>
        </p:spPr>
      </p:pic>
    </p:spTree>
    <p:extLst>
      <p:ext uri="{BB962C8B-B14F-4D97-AF65-F5344CB8AC3E}">
        <p14:creationId xmlns:p14="http://schemas.microsoft.com/office/powerpoint/2010/main" val="22215801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7789029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Contents 1">
    <p:bg>
      <p:bgPr>
        <a:gradFill flip="none" rotWithShape="1">
          <a:gsLst>
            <a:gs pos="38000">
              <a:schemeClr val="accent1"/>
            </a:gs>
            <a:gs pos="0">
              <a:schemeClr val="accent2"/>
            </a:gs>
          </a:gsLst>
          <a:lin ang="2700000" scaled="1"/>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44C178-F6DC-4C1C-8A0F-8DAECF5E36F8}"/>
              </a:ext>
            </a:extLst>
          </p:cNvPr>
          <p:cNvSpPr>
            <a:spLocks noGrp="1"/>
          </p:cNvSpPr>
          <p:nvPr>
            <p:ph type="title" hasCustomPrompt="1"/>
          </p:nvPr>
        </p:nvSpPr>
        <p:spPr>
          <a:xfrm>
            <a:off x="695325" y="763200"/>
            <a:ext cx="3360109" cy="443198"/>
          </a:xfrm>
        </p:spPr>
        <p:txBody>
          <a:bodyPr vert="horz" wrap="square" lIns="0" tIns="0" rIns="0" bIns="0" rtlCol="0" anchor="t">
            <a:spAutoFit/>
          </a:bodyPr>
          <a:lstStyle>
            <a:lvl1pPr>
              <a:defRPr lang="en-AU" sz="3600" spc="0" baseline="0" dirty="0">
                <a:solidFill>
                  <a:schemeClr val="bg1"/>
                </a:solidFill>
              </a:defRPr>
            </a:lvl1pPr>
          </a:lstStyle>
          <a:p>
            <a:pPr marL="12700" lvl="0">
              <a:lnSpc>
                <a:spcPct val="80000"/>
              </a:lnSpc>
              <a:spcBef>
                <a:spcPts val="100"/>
              </a:spcBef>
            </a:pPr>
            <a:r>
              <a:rPr lang="en-US" dirty="0"/>
              <a:t>Contents</a:t>
            </a:r>
          </a:p>
        </p:txBody>
      </p:sp>
      <p:sp>
        <p:nvSpPr>
          <p:cNvPr id="3" name="Footer Placeholder 2">
            <a:extLst>
              <a:ext uri="{FF2B5EF4-FFF2-40B4-BE49-F238E27FC236}">
                <a16:creationId xmlns:a16="http://schemas.microsoft.com/office/drawing/2014/main" id="{AA07A89A-CD46-42F0-9B36-FC3C3F995786}"/>
              </a:ext>
            </a:extLst>
          </p:cNvPr>
          <p:cNvSpPr>
            <a:spLocks noGrp="1"/>
          </p:cNvSpPr>
          <p:nvPr>
            <p:ph type="ftr" sz="quarter" idx="10"/>
          </p:nvPr>
        </p:nvSpPr>
        <p:spPr>
          <a:xfrm>
            <a:off x="695326" y="6526800"/>
            <a:ext cx="3360109" cy="144000"/>
          </a:xfrm>
        </p:spPr>
        <p:txBody>
          <a:bodyPr/>
          <a:lstStyle>
            <a:lvl1pPr>
              <a:defRPr>
                <a:solidFill>
                  <a:schemeClr val="bg1"/>
                </a:solidFill>
              </a:defRPr>
            </a:lvl1pPr>
          </a:lstStyle>
          <a:p>
            <a:endParaRPr lang="en-AU" dirty="0"/>
          </a:p>
        </p:txBody>
      </p:sp>
      <p:sp>
        <p:nvSpPr>
          <p:cNvPr id="4" name="Slide Number Placeholder 3">
            <a:extLst>
              <a:ext uri="{FF2B5EF4-FFF2-40B4-BE49-F238E27FC236}">
                <a16:creationId xmlns:a16="http://schemas.microsoft.com/office/drawing/2014/main" id="{B3A60075-4FD5-4917-9451-8EC631DECFE5}"/>
              </a:ext>
            </a:extLst>
          </p:cNvPr>
          <p:cNvSpPr>
            <a:spLocks noGrp="1"/>
          </p:cNvSpPr>
          <p:nvPr>
            <p:ph type="sldNum" sz="quarter" idx="11"/>
          </p:nvPr>
        </p:nvSpPr>
        <p:spPr>
          <a:xfrm>
            <a:off x="11208568" y="6526800"/>
            <a:ext cx="288032" cy="144000"/>
          </a:xfrm>
        </p:spPr>
        <p:txBody>
          <a:bodyPr/>
          <a:lstStyle>
            <a:lvl1pPr>
              <a:defRPr>
                <a:solidFill>
                  <a:schemeClr val="bg1"/>
                </a:solidFill>
              </a:defRPr>
            </a:lvl1pPr>
          </a:lstStyle>
          <a:p>
            <a:fld id="{E917DE0E-AFB1-41FD-BC35-27DB61CA125F}" type="slidenum">
              <a:rPr lang="en-AU" smtClean="0"/>
              <a:pPr/>
              <a:t>‹#›</a:t>
            </a:fld>
            <a:endParaRPr lang="en-AU" dirty="0"/>
          </a:p>
        </p:txBody>
      </p:sp>
      <p:sp>
        <p:nvSpPr>
          <p:cNvPr id="14" name="Content Placeholder 12">
            <a:extLst>
              <a:ext uri="{FF2B5EF4-FFF2-40B4-BE49-F238E27FC236}">
                <a16:creationId xmlns:a16="http://schemas.microsoft.com/office/drawing/2014/main" id="{16D860FF-5915-48B3-96B5-BDDDACDE2D92}"/>
              </a:ext>
            </a:extLst>
          </p:cNvPr>
          <p:cNvSpPr>
            <a:spLocks noGrp="1"/>
          </p:cNvSpPr>
          <p:nvPr>
            <p:ph sz="quarter" idx="12" hasCustomPrompt="1"/>
          </p:nvPr>
        </p:nvSpPr>
        <p:spPr>
          <a:xfrm>
            <a:off x="688479" y="1985523"/>
            <a:ext cx="306283" cy="307975"/>
          </a:xfrm>
          <a:prstGeom prst="rect">
            <a:avLst/>
          </a:prstGeom>
        </p:spPr>
        <p:txBody>
          <a:bodyPr>
            <a:normAutofit/>
          </a:bodyPr>
          <a:lstStyle>
            <a:lvl1pPr>
              <a:defRPr sz="800">
                <a:solidFill>
                  <a:schemeClr val="bg1"/>
                </a:solidFill>
                <a:latin typeface="+mn-lt"/>
              </a:defRPr>
            </a:lvl1pPr>
          </a:lstStyle>
          <a:p>
            <a:pPr lvl="0"/>
            <a:r>
              <a:rPr lang="en-US" dirty="0"/>
              <a:t> icon</a:t>
            </a:r>
            <a:endParaRPr lang="en-AU" dirty="0"/>
          </a:p>
        </p:txBody>
      </p:sp>
      <p:sp>
        <p:nvSpPr>
          <p:cNvPr id="17" name="Text Placeholder 15">
            <a:extLst>
              <a:ext uri="{FF2B5EF4-FFF2-40B4-BE49-F238E27FC236}">
                <a16:creationId xmlns:a16="http://schemas.microsoft.com/office/drawing/2014/main" id="{F52728D9-330E-4A47-BE87-2C464601F5D4}"/>
              </a:ext>
            </a:extLst>
          </p:cNvPr>
          <p:cNvSpPr>
            <a:spLocks noGrp="1"/>
          </p:cNvSpPr>
          <p:nvPr>
            <p:ph type="body" sz="quarter" idx="13" hasCustomPrompt="1"/>
          </p:nvPr>
        </p:nvSpPr>
        <p:spPr>
          <a:xfrm>
            <a:off x="1120603" y="2076779"/>
            <a:ext cx="198772" cy="218586"/>
          </a:xfrm>
          <a:prstGeom prst="rect">
            <a:avLst/>
          </a:prstGeom>
          <a:noFill/>
        </p:spPr>
        <p:txBody>
          <a:bodyPr wrap="none" lIns="0" tIns="0" rIns="0" bIns="0" rtlCol="0">
            <a:spAutoFit/>
          </a:bodyPr>
          <a:lstStyle>
            <a:lvl1pPr>
              <a:defRPr lang="en-US" sz="1400" dirty="0" smtClean="0">
                <a:solidFill>
                  <a:schemeClr val="bg1">
                    <a:alpha val="50000"/>
                  </a:schemeClr>
                </a:solidFill>
                <a:latin typeface="+mn-lt"/>
              </a:defRPr>
            </a:lvl1pPr>
            <a:lvl2pPr>
              <a:defRPr lang="en-US" dirty="0" smtClean="0"/>
            </a:lvl2pPr>
            <a:lvl3pPr>
              <a:defRPr lang="en-US" dirty="0" smtClean="0"/>
            </a:lvl3pPr>
            <a:lvl4pPr>
              <a:defRPr lang="en-US" dirty="0" smtClean="0"/>
            </a:lvl4pPr>
            <a:lvl5pPr>
              <a:defRPr lang="en-AU" sz="1800" dirty="0">
                <a:solidFill>
                  <a:schemeClr val="tx1"/>
                </a:solidFill>
              </a:defRPr>
            </a:lvl5pPr>
          </a:lstStyle>
          <a:p>
            <a:pPr lvl="0"/>
            <a:r>
              <a:rPr lang="en-US" dirty="0"/>
              <a:t>##</a:t>
            </a:r>
            <a:endParaRPr lang="en-AU" dirty="0"/>
          </a:p>
        </p:txBody>
      </p:sp>
      <p:sp>
        <p:nvSpPr>
          <p:cNvPr id="19" name="Text Placeholder 15">
            <a:extLst>
              <a:ext uri="{FF2B5EF4-FFF2-40B4-BE49-F238E27FC236}">
                <a16:creationId xmlns:a16="http://schemas.microsoft.com/office/drawing/2014/main" id="{33D519AF-5E53-4F24-9084-2ECF7327DF8B}"/>
              </a:ext>
            </a:extLst>
          </p:cNvPr>
          <p:cNvSpPr>
            <a:spLocks noGrp="1"/>
          </p:cNvSpPr>
          <p:nvPr>
            <p:ph type="body" sz="quarter" idx="14" hasCustomPrompt="1"/>
          </p:nvPr>
        </p:nvSpPr>
        <p:spPr>
          <a:xfrm>
            <a:off x="1120603" y="2407676"/>
            <a:ext cx="1472391" cy="252377"/>
          </a:xfrm>
          <a:prstGeom prst="rect">
            <a:avLst/>
          </a:prstGeom>
          <a:noFill/>
        </p:spPr>
        <p:txBody>
          <a:bodyPr wrap="none" lIns="0" tIns="0" rIns="0" bIns="0" rtlCol="0">
            <a:spAutoFit/>
          </a:bodyPr>
          <a:lstStyle>
            <a:lvl1pPr>
              <a:defRPr lang="en-AU" dirty="0">
                <a:solidFill>
                  <a:schemeClr val="bg1"/>
                </a:solidFill>
                <a:latin typeface="+mn-lt"/>
              </a:defRPr>
            </a:lvl1pPr>
          </a:lstStyle>
          <a:p>
            <a:r>
              <a:rPr lang="en-US" dirty="0">
                <a:solidFill>
                  <a:schemeClr val="bg1"/>
                </a:solidFill>
                <a:latin typeface="Gotham Medium" panose="02000604030000020004" pitchFamily="50" charset="0"/>
              </a:rPr>
              <a:t>Lorem ipsum </a:t>
            </a:r>
          </a:p>
        </p:txBody>
      </p:sp>
      <p:sp>
        <p:nvSpPr>
          <p:cNvPr id="22" name="Text Placeholder 20">
            <a:extLst>
              <a:ext uri="{FF2B5EF4-FFF2-40B4-BE49-F238E27FC236}">
                <a16:creationId xmlns:a16="http://schemas.microsoft.com/office/drawing/2014/main" id="{6D75C5FE-6A47-48B9-A0B4-91C77A88F005}"/>
              </a:ext>
            </a:extLst>
          </p:cNvPr>
          <p:cNvSpPr>
            <a:spLocks noGrp="1"/>
          </p:cNvSpPr>
          <p:nvPr>
            <p:ph type="body" sz="quarter" idx="15" hasCustomPrompt="1"/>
          </p:nvPr>
        </p:nvSpPr>
        <p:spPr>
          <a:xfrm>
            <a:off x="1141874" y="2868867"/>
            <a:ext cx="2682000" cy="7200"/>
          </a:xfrm>
          <a:prstGeom prst="rect">
            <a:avLst/>
          </a:prstGeom>
          <a:solidFill>
            <a:schemeClr val="bg1">
              <a:alpha val="50000"/>
            </a:schemeClr>
          </a:solidFill>
        </p:spPr>
        <p:txBody>
          <a:bodyPr/>
          <a:lstStyle>
            <a:lvl1pPr>
              <a:defRPr>
                <a:latin typeface="+mn-lt"/>
              </a:defRPr>
            </a:lvl1pPr>
          </a:lstStyle>
          <a:p>
            <a:pPr lvl="0"/>
            <a:r>
              <a:rPr lang="en-US" dirty="0"/>
              <a:t> </a:t>
            </a:r>
            <a:endParaRPr lang="en-AU" dirty="0"/>
          </a:p>
        </p:txBody>
      </p:sp>
      <p:sp>
        <p:nvSpPr>
          <p:cNvPr id="23" name="Content Placeholder 12">
            <a:extLst>
              <a:ext uri="{FF2B5EF4-FFF2-40B4-BE49-F238E27FC236}">
                <a16:creationId xmlns:a16="http://schemas.microsoft.com/office/drawing/2014/main" id="{33D7B8C2-1ACD-4312-8BB3-841697FC26BA}"/>
              </a:ext>
            </a:extLst>
          </p:cNvPr>
          <p:cNvSpPr>
            <a:spLocks noGrp="1"/>
          </p:cNvSpPr>
          <p:nvPr>
            <p:ph sz="quarter" idx="16" hasCustomPrompt="1"/>
          </p:nvPr>
        </p:nvSpPr>
        <p:spPr>
          <a:xfrm>
            <a:off x="4559418" y="1985523"/>
            <a:ext cx="306283" cy="307975"/>
          </a:xfrm>
          <a:prstGeom prst="rect">
            <a:avLst/>
          </a:prstGeom>
        </p:spPr>
        <p:txBody>
          <a:bodyPr>
            <a:normAutofit/>
          </a:bodyPr>
          <a:lstStyle>
            <a:lvl1pPr>
              <a:defRPr sz="800">
                <a:solidFill>
                  <a:schemeClr val="bg1"/>
                </a:solidFill>
                <a:latin typeface="+mn-lt"/>
              </a:defRPr>
            </a:lvl1pPr>
          </a:lstStyle>
          <a:p>
            <a:pPr lvl="0"/>
            <a:r>
              <a:rPr lang="en-US" dirty="0"/>
              <a:t> icon</a:t>
            </a:r>
            <a:endParaRPr lang="en-AU" dirty="0"/>
          </a:p>
        </p:txBody>
      </p:sp>
      <p:sp>
        <p:nvSpPr>
          <p:cNvPr id="24" name="Text Placeholder 15">
            <a:extLst>
              <a:ext uri="{FF2B5EF4-FFF2-40B4-BE49-F238E27FC236}">
                <a16:creationId xmlns:a16="http://schemas.microsoft.com/office/drawing/2014/main" id="{67C8792C-10BA-48BD-91FF-8BB0072B6AB5}"/>
              </a:ext>
            </a:extLst>
          </p:cNvPr>
          <p:cNvSpPr>
            <a:spLocks noGrp="1"/>
          </p:cNvSpPr>
          <p:nvPr>
            <p:ph type="body" sz="quarter" idx="17" hasCustomPrompt="1"/>
          </p:nvPr>
        </p:nvSpPr>
        <p:spPr>
          <a:xfrm>
            <a:off x="4980449" y="2076779"/>
            <a:ext cx="198772" cy="218586"/>
          </a:xfrm>
          <a:prstGeom prst="rect">
            <a:avLst/>
          </a:prstGeom>
          <a:noFill/>
        </p:spPr>
        <p:txBody>
          <a:bodyPr wrap="none" lIns="0" tIns="0" rIns="0" bIns="0" rtlCol="0">
            <a:spAutoFit/>
          </a:bodyPr>
          <a:lstStyle>
            <a:lvl1pPr>
              <a:defRPr lang="en-US" sz="1400" dirty="0" smtClean="0">
                <a:solidFill>
                  <a:schemeClr val="bg1">
                    <a:alpha val="50000"/>
                  </a:schemeClr>
                </a:solidFill>
                <a:latin typeface="+mn-lt"/>
              </a:defRPr>
            </a:lvl1pPr>
            <a:lvl2pPr>
              <a:defRPr lang="en-US" dirty="0" smtClean="0"/>
            </a:lvl2pPr>
            <a:lvl3pPr>
              <a:defRPr lang="en-US" dirty="0" smtClean="0"/>
            </a:lvl3pPr>
            <a:lvl4pPr>
              <a:defRPr lang="en-US" dirty="0" smtClean="0"/>
            </a:lvl4pPr>
            <a:lvl5pPr>
              <a:defRPr lang="en-AU" sz="1800" dirty="0">
                <a:solidFill>
                  <a:schemeClr val="tx1"/>
                </a:solidFill>
              </a:defRPr>
            </a:lvl5pPr>
          </a:lstStyle>
          <a:p>
            <a:pPr lvl="0"/>
            <a:r>
              <a:rPr lang="en-US" dirty="0"/>
              <a:t>##</a:t>
            </a:r>
            <a:endParaRPr lang="en-AU" dirty="0"/>
          </a:p>
        </p:txBody>
      </p:sp>
      <p:sp>
        <p:nvSpPr>
          <p:cNvPr id="25" name="Text Placeholder 15">
            <a:extLst>
              <a:ext uri="{FF2B5EF4-FFF2-40B4-BE49-F238E27FC236}">
                <a16:creationId xmlns:a16="http://schemas.microsoft.com/office/drawing/2014/main" id="{494265EF-BC1F-4AB5-88E0-D2CC95870C61}"/>
              </a:ext>
            </a:extLst>
          </p:cNvPr>
          <p:cNvSpPr>
            <a:spLocks noGrp="1"/>
          </p:cNvSpPr>
          <p:nvPr>
            <p:ph type="body" sz="quarter" idx="18" hasCustomPrompt="1"/>
          </p:nvPr>
        </p:nvSpPr>
        <p:spPr>
          <a:xfrm>
            <a:off x="4980449" y="2407676"/>
            <a:ext cx="1472391" cy="252377"/>
          </a:xfrm>
          <a:prstGeom prst="rect">
            <a:avLst/>
          </a:prstGeom>
          <a:noFill/>
        </p:spPr>
        <p:txBody>
          <a:bodyPr wrap="none" lIns="0" tIns="0" rIns="0" bIns="0" rtlCol="0">
            <a:spAutoFit/>
          </a:bodyPr>
          <a:lstStyle>
            <a:lvl1pPr>
              <a:defRPr lang="en-AU" dirty="0">
                <a:solidFill>
                  <a:schemeClr val="bg1"/>
                </a:solidFill>
                <a:latin typeface="+mn-lt"/>
              </a:defRPr>
            </a:lvl1pPr>
          </a:lstStyle>
          <a:p>
            <a:r>
              <a:rPr lang="en-US" dirty="0">
                <a:solidFill>
                  <a:schemeClr val="bg1"/>
                </a:solidFill>
                <a:latin typeface="Gotham Medium" panose="02000604030000020004" pitchFamily="50" charset="0"/>
              </a:rPr>
              <a:t>Lorem ipsum </a:t>
            </a:r>
          </a:p>
        </p:txBody>
      </p:sp>
      <p:sp>
        <p:nvSpPr>
          <p:cNvPr id="26" name="Text Placeholder 20">
            <a:extLst>
              <a:ext uri="{FF2B5EF4-FFF2-40B4-BE49-F238E27FC236}">
                <a16:creationId xmlns:a16="http://schemas.microsoft.com/office/drawing/2014/main" id="{DC9F8E9D-A5AE-4007-AFF1-906BE27AA1B1}"/>
              </a:ext>
            </a:extLst>
          </p:cNvPr>
          <p:cNvSpPr>
            <a:spLocks noGrp="1"/>
          </p:cNvSpPr>
          <p:nvPr>
            <p:ph type="body" sz="quarter" idx="19" hasCustomPrompt="1"/>
          </p:nvPr>
        </p:nvSpPr>
        <p:spPr>
          <a:xfrm>
            <a:off x="4980449" y="2868867"/>
            <a:ext cx="2682000" cy="7200"/>
          </a:xfrm>
          <a:prstGeom prst="rect">
            <a:avLst/>
          </a:prstGeom>
          <a:solidFill>
            <a:schemeClr val="bg1">
              <a:alpha val="50000"/>
            </a:schemeClr>
          </a:solidFill>
        </p:spPr>
        <p:txBody>
          <a:bodyPr/>
          <a:lstStyle>
            <a:lvl1pPr>
              <a:defRPr>
                <a:latin typeface="+mn-lt"/>
              </a:defRPr>
            </a:lvl1pPr>
          </a:lstStyle>
          <a:p>
            <a:pPr lvl="0"/>
            <a:r>
              <a:rPr lang="en-US" dirty="0"/>
              <a:t> </a:t>
            </a:r>
            <a:endParaRPr lang="en-AU" dirty="0"/>
          </a:p>
        </p:txBody>
      </p:sp>
      <p:sp>
        <p:nvSpPr>
          <p:cNvPr id="27" name="Content Placeholder 12">
            <a:extLst>
              <a:ext uri="{FF2B5EF4-FFF2-40B4-BE49-F238E27FC236}">
                <a16:creationId xmlns:a16="http://schemas.microsoft.com/office/drawing/2014/main" id="{90AC9C95-FAAF-44D7-AEB3-55A9BA4075C1}"/>
              </a:ext>
            </a:extLst>
          </p:cNvPr>
          <p:cNvSpPr>
            <a:spLocks noGrp="1"/>
          </p:cNvSpPr>
          <p:nvPr>
            <p:ph sz="quarter" idx="20" hasCustomPrompt="1"/>
          </p:nvPr>
        </p:nvSpPr>
        <p:spPr>
          <a:xfrm>
            <a:off x="8365629" y="1985523"/>
            <a:ext cx="306283" cy="307975"/>
          </a:xfrm>
          <a:prstGeom prst="rect">
            <a:avLst/>
          </a:prstGeom>
        </p:spPr>
        <p:txBody>
          <a:bodyPr>
            <a:normAutofit/>
          </a:bodyPr>
          <a:lstStyle>
            <a:lvl1pPr>
              <a:defRPr sz="800">
                <a:solidFill>
                  <a:schemeClr val="bg1"/>
                </a:solidFill>
                <a:latin typeface="+mn-lt"/>
              </a:defRPr>
            </a:lvl1pPr>
          </a:lstStyle>
          <a:p>
            <a:pPr lvl="0"/>
            <a:r>
              <a:rPr lang="en-US" dirty="0"/>
              <a:t> icon</a:t>
            </a:r>
            <a:endParaRPr lang="en-AU" dirty="0"/>
          </a:p>
        </p:txBody>
      </p:sp>
      <p:sp>
        <p:nvSpPr>
          <p:cNvPr id="28" name="Text Placeholder 15">
            <a:extLst>
              <a:ext uri="{FF2B5EF4-FFF2-40B4-BE49-F238E27FC236}">
                <a16:creationId xmlns:a16="http://schemas.microsoft.com/office/drawing/2014/main" id="{C07D5366-0884-4D47-8F5E-DD26E47DD270}"/>
              </a:ext>
            </a:extLst>
          </p:cNvPr>
          <p:cNvSpPr>
            <a:spLocks noGrp="1"/>
          </p:cNvSpPr>
          <p:nvPr>
            <p:ph type="body" sz="quarter" idx="21" hasCustomPrompt="1"/>
          </p:nvPr>
        </p:nvSpPr>
        <p:spPr>
          <a:xfrm>
            <a:off x="8797753" y="2076779"/>
            <a:ext cx="198772" cy="218586"/>
          </a:xfrm>
          <a:prstGeom prst="rect">
            <a:avLst/>
          </a:prstGeom>
          <a:noFill/>
        </p:spPr>
        <p:txBody>
          <a:bodyPr wrap="none" lIns="0" tIns="0" rIns="0" bIns="0" rtlCol="0">
            <a:spAutoFit/>
          </a:bodyPr>
          <a:lstStyle>
            <a:lvl1pPr>
              <a:defRPr lang="en-US" sz="1400" dirty="0" smtClean="0">
                <a:solidFill>
                  <a:schemeClr val="bg1">
                    <a:alpha val="50000"/>
                  </a:schemeClr>
                </a:solidFill>
                <a:latin typeface="+mn-lt"/>
              </a:defRPr>
            </a:lvl1pPr>
            <a:lvl2pPr>
              <a:defRPr lang="en-US" dirty="0" smtClean="0"/>
            </a:lvl2pPr>
            <a:lvl3pPr>
              <a:defRPr lang="en-US" dirty="0" smtClean="0"/>
            </a:lvl3pPr>
            <a:lvl4pPr>
              <a:defRPr lang="en-US" dirty="0" smtClean="0"/>
            </a:lvl4pPr>
            <a:lvl5pPr>
              <a:defRPr lang="en-AU" sz="1800" dirty="0">
                <a:solidFill>
                  <a:schemeClr val="tx1"/>
                </a:solidFill>
              </a:defRPr>
            </a:lvl5pPr>
          </a:lstStyle>
          <a:p>
            <a:pPr lvl="0"/>
            <a:r>
              <a:rPr lang="en-US" dirty="0"/>
              <a:t>##</a:t>
            </a:r>
            <a:endParaRPr lang="en-AU" dirty="0"/>
          </a:p>
        </p:txBody>
      </p:sp>
      <p:sp>
        <p:nvSpPr>
          <p:cNvPr id="29" name="Text Placeholder 15">
            <a:extLst>
              <a:ext uri="{FF2B5EF4-FFF2-40B4-BE49-F238E27FC236}">
                <a16:creationId xmlns:a16="http://schemas.microsoft.com/office/drawing/2014/main" id="{C83CABAB-7230-4828-B1F7-E11FB1176D9A}"/>
              </a:ext>
            </a:extLst>
          </p:cNvPr>
          <p:cNvSpPr>
            <a:spLocks noGrp="1"/>
          </p:cNvSpPr>
          <p:nvPr>
            <p:ph type="body" sz="quarter" idx="22" hasCustomPrompt="1"/>
          </p:nvPr>
        </p:nvSpPr>
        <p:spPr>
          <a:xfrm>
            <a:off x="8797753" y="2407676"/>
            <a:ext cx="1472391" cy="252377"/>
          </a:xfrm>
          <a:prstGeom prst="rect">
            <a:avLst/>
          </a:prstGeom>
          <a:noFill/>
        </p:spPr>
        <p:txBody>
          <a:bodyPr wrap="none" lIns="0" tIns="0" rIns="0" bIns="0" rtlCol="0">
            <a:spAutoFit/>
          </a:bodyPr>
          <a:lstStyle>
            <a:lvl1pPr>
              <a:defRPr lang="en-AU" dirty="0">
                <a:solidFill>
                  <a:schemeClr val="bg1"/>
                </a:solidFill>
                <a:latin typeface="+mn-lt"/>
              </a:defRPr>
            </a:lvl1pPr>
          </a:lstStyle>
          <a:p>
            <a:r>
              <a:rPr lang="en-US" dirty="0">
                <a:solidFill>
                  <a:schemeClr val="bg1"/>
                </a:solidFill>
                <a:latin typeface="Gotham Medium" panose="02000604030000020004" pitchFamily="50" charset="0"/>
              </a:rPr>
              <a:t>Lorem ipsum </a:t>
            </a:r>
          </a:p>
        </p:txBody>
      </p:sp>
      <p:sp>
        <p:nvSpPr>
          <p:cNvPr id="30" name="Text Placeholder 20">
            <a:extLst>
              <a:ext uri="{FF2B5EF4-FFF2-40B4-BE49-F238E27FC236}">
                <a16:creationId xmlns:a16="http://schemas.microsoft.com/office/drawing/2014/main" id="{0B955060-0E65-456F-85F2-CD9B3DBD9B97}"/>
              </a:ext>
            </a:extLst>
          </p:cNvPr>
          <p:cNvSpPr>
            <a:spLocks noGrp="1"/>
          </p:cNvSpPr>
          <p:nvPr>
            <p:ph type="body" sz="quarter" idx="23" hasCustomPrompt="1"/>
          </p:nvPr>
        </p:nvSpPr>
        <p:spPr>
          <a:xfrm>
            <a:off x="8819024" y="2868867"/>
            <a:ext cx="2682000" cy="7200"/>
          </a:xfrm>
          <a:prstGeom prst="rect">
            <a:avLst/>
          </a:prstGeom>
          <a:solidFill>
            <a:schemeClr val="bg1">
              <a:alpha val="50000"/>
            </a:schemeClr>
          </a:solidFill>
        </p:spPr>
        <p:txBody>
          <a:bodyPr/>
          <a:lstStyle>
            <a:lvl1pPr>
              <a:defRPr>
                <a:latin typeface="+mn-lt"/>
              </a:defRPr>
            </a:lvl1pPr>
          </a:lstStyle>
          <a:p>
            <a:pPr lvl="0"/>
            <a:r>
              <a:rPr lang="en-US" dirty="0"/>
              <a:t> </a:t>
            </a:r>
            <a:endParaRPr lang="en-AU" dirty="0"/>
          </a:p>
        </p:txBody>
      </p:sp>
      <p:sp>
        <p:nvSpPr>
          <p:cNvPr id="32" name="Content Placeholder 12">
            <a:extLst>
              <a:ext uri="{FF2B5EF4-FFF2-40B4-BE49-F238E27FC236}">
                <a16:creationId xmlns:a16="http://schemas.microsoft.com/office/drawing/2014/main" id="{2A4F6196-3D0F-4BE0-BD3B-C9E36BBF744E}"/>
              </a:ext>
            </a:extLst>
          </p:cNvPr>
          <p:cNvSpPr>
            <a:spLocks noGrp="1"/>
          </p:cNvSpPr>
          <p:nvPr>
            <p:ph sz="quarter" idx="24" hasCustomPrompt="1"/>
          </p:nvPr>
        </p:nvSpPr>
        <p:spPr>
          <a:xfrm>
            <a:off x="688479" y="3407923"/>
            <a:ext cx="306283" cy="307975"/>
          </a:xfrm>
          <a:prstGeom prst="rect">
            <a:avLst/>
          </a:prstGeom>
        </p:spPr>
        <p:txBody>
          <a:bodyPr>
            <a:normAutofit/>
          </a:bodyPr>
          <a:lstStyle>
            <a:lvl1pPr>
              <a:defRPr sz="800">
                <a:solidFill>
                  <a:schemeClr val="bg1"/>
                </a:solidFill>
                <a:latin typeface="+mn-lt"/>
              </a:defRPr>
            </a:lvl1pPr>
          </a:lstStyle>
          <a:p>
            <a:pPr lvl="0"/>
            <a:r>
              <a:rPr lang="en-US" dirty="0"/>
              <a:t> icon</a:t>
            </a:r>
            <a:endParaRPr lang="en-AU" dirty="0"/>
          </a:p>
        </p:txBody>
      </p:sp>
      <p:sp>
        <p:nvSpPr>
          <p:cNvPr id="33" name="Text Placeholder 15">
            <a:extLst>
              <a:ext uri="{FF2B5EF4-FFF2-40B4-BE49-F238E27FC236}">
                <a16:creationId xmlns:a16="http://schemas.microsoft.com/office/drawing/2014/main" id="{15E2C50B-2DC6-47F9-8D16-3E43EFD224D6}"/>
              </a:ext>
            </a:extLst>
          </p:cNvPr>
          <p:cNvSpPr>
            <a:spLocks noGrp="1"/>
          </p:cNvSpPr>
          <p:nvPr>
            <p:ph type="body" sz="quarter" idx="25" hasCustomPrompt="1"/>
          </p:nvPr>
        </p:nvSpPr>
        <p:spPr>
          <a:xfrm>
            <a:off x="1120603" y="3499179"/>
            <a:ext cx="198772" cy="218586"/>
          </a:xfrm>
          <a:prstGeom prst="rect">
            <a:avLst/>
          </a:prstGeom>
          <a:noFill/>
        </p:spPr>
        <p:txBody>
          <a:bodyPr wrap="none" lIns="0" tIns="0" rIns="0" bIns="0" rtlCol="0">
            <a:spAutoFit/>
          </a:bodyPr>
          <a:lstStyle>
            <a:lvl1pPr>
              <a:defRPr lang="en-US" sz="1400" dirty="0" smtClean="0">
                <a:solidFill>
                  <a:schemeClr val="bg1">
                    <a:alpha val="50000"/>
                  </a:schemeClr>
                </a:solidFill>
                <a:latin typeface="+mn-lt"/>
              </a:defRPr>
            </a:lvl1pPr>
            <a:lvl2pPr>
              <a:defRPr lang="en-US" dirty="0" smtClean="0"/>
            </a:lvl2pPr>
            <a:lvl3pPr>
              <a:defRPr lang="en-US" dirty="0" smtClean="0"/>
            </a:lvl3pPr>
            <a:lvl4pPr>
              <a:defRPr lang="en-US" dirty="0" smtClean="0"/>
            </a:lvl4pPr>
            <a:lvl5pPr>
              <a:defRPr lang="en-AU" sz="1800" dirty="0">
                <a:solidFill>
                  <a:schemeClr val="tx1"/>
                </a:solidFill>
              </a:defRPr>
            </a:lvl5pPr>
          </a:lstStyle>
          <a:p>
            <a:pPr lvl="0"/>
            <a:r>
              <a:rPr lang="en-US" dirty="0"/>
              <a:t>##</a:t>
            </a:r>
            <a:endParaRPr lang="en-AU" dirty="0"/>
          </a:p>
        </p:txBody>
      </p:sp>
      <p:sp>
        <p:nvSpPr>
          <p:cNvPr id="34" name="Text Placeholder 15">
            <a:extLst>
              <a:ext uri="{FF2B5EF4-FFF2-40B4-BE49-F238E27FC236}">
                <a16:creationId xmlns:a16="http://schemas.microsoft.com/office/drawing/2014/main" id="{D86CC074-C4DF-413B-ACFC-9E921389EBFD}"/>
              </a:ext>
            </a:extLst>
          </p:cNvPr>
          <p:cNvSpPr>
            <a:spLocks noGrp="1"/>
          </p:cNvSpPr>
          <p:nvPr>
            <p:ph type="body" sz="quarter" idx="26" hasCustomPrompt="1"/>
          </p:nvPr>
        </p:nvSpPr>
        <p:spPr>
          <a:xfrm>
            <a:off x="1120603" y="3830076"/>
            <a:ext cx="1472391" cy="252377"/>
          </a:xfrm>
          <a:prstGeom prst="rect">
            <a:avLst/>
          </a:prstGeom>
          <a:noFill/>
        </p:spPr>
        <p:txBody>
          <a:bodyPr wrap="none" lIns="0" tIns="0" rIns="0" bIns="0" rtlCol="0">
            <a:spAutoFit/>
          </a:bodyPr>
          <a:lstStyle>
            <a:lvl1pPr>
              <a:defRPr lang="en-AU" dirty="0">
                <a:solidFill>
                  <a:schemeClr val="bg1"/>
                </a:solidFill>
                <a:latin typeface="+mn-lt"/>
              </a:defRPr>
            </a:lvl1pPr>
          </a:lstStyle>
          <a:p>
            <a:r>
              <a:rPr lang="en-US" dirty="0">
                <a:solidFill>
                  <a:schemeClr val="bg1"/>
                </a:solidFill>
                <a:latin typeface="Gotham Medium" panose="02000604030000020004" pitchFamily="50" charset="0"/>
              </a:rPr>
              <a:t>Lorem ipsum </a:t>
            </a:r>
          </a:p>
        </p:txBody>
      </p:sp>
      <p:sp>
        <p:nvSpPr>
          <p:cNvPr id="35" name="Text Placeholder 20">
            <a:extLst>
              <a:ext uri="{FF2B5EF4-FFF2-40B4-BE49-F238E27FC236}">
                <a16:creationId xmlns:a16="http://schemas.microsoft.com/office/drawing/2014/main" id="{4DD3C6CB-D673-40EE-8AC2-EA848771B039}"/>
              </a:ext>
            </a:extLst>
          </p:cNvPr>
          <p:cNvSpPr>
            <a:spLocks noGrp="1"/>
          </p:cNvSpPr>
          <p:nvPr>
            <p:ph type="body" sz="quarter" idx="27" hasCustomPrompt="1"/>
          </p:nvPr>
        </p:nvSpPr>
        <p:spPr>
          <a:xfrm>
            <a:off x="1141874" y="4291267"/>
            <a:ext cx="2682000" cy="7200"/>
          </a:xfrm>
          <a:prstGeom prst="rect">
            <a:avLst/>
          </a:prstGeom>
          <a:solidFill>
            <a:schemeClr val="bg1">
              <a:alpha val="50000"/>
            </a:schemeClr>
          </a:solidFill>
        </p:spPr>
        <p:txBody>
          <a:bodyPr/>
          <a:lstStyle>
            <a:lvl1pPr>
              <a:defRPr>
                <a:latin typeface="+mn-lt"/>
              </a:defRPr>
            </a:lvl1pPr>
          </a:lstStyle>
          <a:p>
            <a:pPr lvl="0"/>
            <a:r>
              <a:rPr lang="en-US" dirty="0"/>
              <a:t> </a:t>
            </a:r>
            <a:endParaRPr lang="en-AU" dirty="0"/>
          </a:p>
        </p:txBody>
      </p:sp>
      <p:sp>
        <p:nvSpPr>
          <p:cNvPr id="36" name="Content Placeholder 12">
            <a:extLst>
              <a:ext uri="{FF2B5EF4-FFF2-40B4-BE49-F238E27FC236}">
                <a16:creationId xmlns:a16="http://schemas.microsoft.com/office/drawing/2014/main" id="{E5BA1771-59AA-4B95-84C2-A2C23AE5557A}"/>
              </a:ext>
            </a:extLst>
          </p:cNvPr>
          <p:cNvSpPr>
            <a:spLocks noGrp="1"/>
          </p:cNvSpPr>
          <p:nvPr>
            <p:ph sz="quarter" idx="28" hasCustomPrompt="1"/>
          </p:nvPr>
        </p:nvSpPr>
        <p:spPr>
          <a:xfrm>
            <a:off x="4559418" y="3407923"/>
            <a:ext cx="306283" cy="307975"/>
          </a:xfrm>
          <a:prstGeom prst="rect">
            <a:avLst/>
          </a:prstGeom>
        </p:spPr>
        <p:txBody>
          <a:bodyPr>
            <a:normAutofit/>
          </a:bodyPr>
          <a:lstStyle>
            <a:lvl1pPr>
              <a:defRPr sz="800">
                <a:solidFill>
                  <a:schemeClr val="bg1"/>
                </a:solidFill>
                <a:latin typeface="+mn-lt"/>
              </a:defRPr>
            </a:lvl1pPr>
          </a:lstStyle>
          <a:p>
            <a:pPr lvl="0"/>
            <a:r>
              <a:rPr lang="en-US" dirty="0"/>
              <a:t> icon</a:t>
            </a:r>
            <a:endParaRPr lang="en-AU" dirty="0"/>
          </a:p>
        </p:txBody>
      </p:sp>
      <p:sp>
        <p:nvSpPr>
          <p:cNvPr id="37" name="Text Placeholder 15">
            <a:extLst>
              <a:ext uri="{FF2B5EF4-FFF2-40B4-BE49-F238E27FC236}">
                <a16:creationId xmlns:a16="http://schemas.microsoft.com/office/drawing/2014/main" id="{3FC25C93-61F9-4858-8D53-31D7E13980FE}"/>
              </a:ext>
            </a:extLst>
          </p:cNvPr>
          <p:cNvSpPr>
            <a:spLocks noGrp="1"/>
          </p:cNvSpPr>
          <p:nvPr>
            <p:ph type="body" sz="quarter" idx="29" hasCustomPrompt="1"/>
          </p:nvPr>
        </p:nvSpPr>
        <p:spPr>
          <a:xfrm>
            <a:off x="4980449" y="3499179"/>
            <a:ext cx="198772" cy="218586"/>
          </a:xfrm>
          <a:prstGeom prst="rect">
            <a:avLst/>
          </a:prstGeom>
          <a:noFill/>
        </p:spPr>
        <p:txBody>
          <a:bodyPr wrap="none" lIns="0" tIns="0" rIns="0" bIns="0" rtlCol="0">
            <a:spAutoFit/>
          </a:bodyPr>
          <a:lstStyle>
            <a:lvl1pPr>
              <a:defRPr lang="en-US" sz="1400" dirty="0" smtClean="0">
                <a:solidFill>
                  <a:schemeClr val="bg1">
                    <a:alpha val="50000"/>
                  </a:schemeClr>
                </a:solidFill>
                <a:latin typeface="+mn-lt"/>
              </a:defRPr>
            </a:lvl1pPr>
            <a:lvl2pPr>
              <a:defRPr lang="en-US" dirty="0" smtClean="0"/>
            </a:lvl2pPr>
            <a:lvl3pPr>
              <a:defRPr lang="en-US" dirty="0" smtClean="0"/>
            </a:lvl3pPr>
            <a:lvl4pPr>
              <a:defRPr lang="en-US" dirty="0" smtClean="0"/>
            </a:lvl4pPr>
            <a:lvl5pPr>
              <a:defRPr lang="en-AU" sz="1800" dirty="0">
                <a:solidFill>
                  <a:schemeClr val="tx1"/>
                </a:solidFill>
              </a:defRPr>
            </a:lvl5pPr>
          </a:lstStyle>
          <a:p>
            <a:pPr lvl="0"/>
            <a:r>
              <a:rPr lang="en-US" dirty="0"/>
              <a:t>##</a:t>
            </a:r>
            <a:endParaRPr lang="en-AU" dirty="0"/>
          </a:p>
        </p:txBody>
      </p:sp>
      <p:sp>
        <p:nvSpPr>
          <p:cNvPr id="38" name="Text Placeholder 15">
            <a:extLst>
              <a:ext uri="{FF2B5EF4-FFF2-40B4-BE49-F238E27FC236}">
                <a16:creationId xmlns:a16="http://schemas.microsoft.com/office/drawing/2014/main" id="{7458C094-0FA6-4661-80B1-A1C24EF0BBEE}"/>
              </a:ext>
            </a:extLst>
          </p:cNvPr>
          <p:cNvSpPr>
            <a:spLocks noGrp="1"/>
          </p:cNvSpPr>
          <p:nvPr>
            <p:ph type="body" sz="quarter" idx="30" hasCustomPrompt="1"/>
          </p:nvPr>
        </p:nvSpPr>
        <p:spPr>
          <a:xfrm>
            <a:off x="4980449" y="3830076"/>
            <a:ext cx="1472391" cy="252377"/>
          </a:xfrm>
          <a:prstGeom prst="rect">
            <a:avLst/>
          </a:prstGeom>
          <a:noFill/>
        </p:spPr>
        <p:txBody>
          <a:bodyPr wrap="none" lIns="0" tIns="0" rIns="0" bIns="0" rtlCol="0">
            <a:spAutoFit/>
          </a:bodyPr>
          <a:lstStyle>
            <a:lvl1pPr>
              <a:defRPr lang="en-AU" dirty="0">
                <a:solidFill>
                  <a:schemeClr val="bg1"/>
                </a:solidFill>
                <a:latin typeface="+mn-lt"/>
              </a:defRPr>
            </a:lvl1pPr>
          </a:lstStyle>
          <a:p>
            <a:r>
              <a:rPr lang="en-US" dirty="0">
                <a:solidFill>
                  <a:schemeClr val="bg1"/>
                </a:solidFill>
                <a:latin typeface="Gotham Medium" panose="02000604030000020004" pitchFamily="50" charset="0"/>
              </a:rPr>
              <a:t>Lorem ipsum </a:t>
            </a:r>
          </a:p>
        </p:txBody>
      </p:sp>
      <p:sp>
        <p:nvSpPr>
          <p:cNvPr id="39" name="Text Placeholder 20">
            <a:extLst>
              <a:ext uri="{FF2B5EF4-FFF2-40B4-BE49-F238E27FC236}">
                <a16:creationId xmlns:a16="http://schemas.microsoft.com/office/drawing/2014/main" id="{33782FA8-9B6E-4664-B875-77934A49171A}"/>
              </a:ext>
            </a:extLst>
          </p:cNvPr>
          <p:cNvSpPr>
            <a:spLocks noGrp="1"/>
          </p:cNvSpPr>
          <p:nvPr>
            <p:ph type="body" sz="quarter" idx="31" hasCustomPrompt="1"/>
          </p:nvPr>
        </p:nvSpPr>
        <p:spPr>
          <a:xfrm>
            <a:off x="4980449" y="4291267"/>
            <a:ext cx="2682000" cy="7200"/>
          </a:xfrm>
          <a:prstGeom prst="rect">
            <a:avLst/>
          </a:prstGeom>
          <a:solidFill>
            <a:schemeClr val="bg1">
              <a:alpha val="50000"/>
            </a:schemeClr>
          </a:solidFill>
        </p:spPr>
        <p:txBody>
          <a:bodyPr/>
          <a:lstStyle>
            <a:lvl1pPr>
              <a:defRPr>
                <a:latin typeface="+mn-lt"/>
              </a:defRPr>
            </a:lvl1pPr>
          </a:lstStyle>
          <a:p>
            <a:pPr lvl="0"/>
            <a:r>
              <a:rPr lang="en-US" dirty="0"/>
              <a:t> </a:t>
            </a:r>
            <a:endParaRPr lang="en-AU" dirty="0"/>
          </a:p>
        </p:txBody>
      </p:sp>
      <p:sp>
        <p:nvSpPr>
          <p:cNvPr id="40" name="Content Placeholder 12">
            <a:extLst>
              <a:ext uri="{FF2B5EF4-FFF2-40B4-BE49-F238E27FC236}">
                <a16:creationId xmlns:a16="http://schemas.microsoft.com/office/drawing/2014/main" id="{43ED1C2D-FB28-4009-ABB2-35B70129FE4D}"/>
              </a:ext>
            </a:extLst>
          </p:cNvPr>
          <p:cNvSpPr>
            <a:spLocks noGrp="1"/>
          </p:cNvSpPr>
          <p:nvPr>
            <p:ph sz="quarter" idx="32" hasCustomPrompt="1"/>
          </p:nvPr>
        </p:nvSpPr>
        <p:spPr>
          <a:xfrm>
            <a:off x="8365629" y="3407923"/>
            <a:ext cx="306283" cy="307975"/>
          </a:xfrm>
          <a:prstGeom prst="rect">
            <a:avLst/>
          </a:prstGeom>
        </p:spPr>
        <p:txBody>
          <a:bodyPr>
            <a:normAutofit/>
          </a:bodyPr>
          <a:lstStyle>
            <a:lvl1pPr>
              <a:defRPr sz="800">
                <a:solidFill>
                  <a:schemeClr val="bg1"/>
                </a:solidFill>
                <a:latin typeface="+mn-lt"/>
              </a:defRPr>
            </a:lvl1pPr>
          </a:lstStyle>
          <a:p>
            <a:pPr lvl="0"/>
            <a:r>
              <a:rPr lang="en-US" dirty="0"/>
              <a:t> icon</a:t>
            </a:r>
            <a:endParaRPr lang="en-AU" dirty="0"/>
          </a:p>
        </p:txBody>
      </p:sp>
      <p:sp>
        <p:nvSpPr>
          <p:cNvPr id="41" name="Text Placeholder 15">
            <a:extLst>
              <a:ext uri="{FF2B5EF4-FFF2-40B4-BE49-F238E27FC236}">
                <a16:creationId xmlns:a16="http://schemas.microsoft.com/office/drawing/2014/main" id="{571D6157-5171-4A88-B293-E5785627E679}"/>
              </a:ext>
            </a:extLst>
          </p:cNvPr>
          <p:cNvSpPr>
            <a:spLocks noGrp="1"/>
          </p:cNvSpPr>
          <p:nvPr>
            <p:ph type="body" sz="quarter" idx="33" hasCustomPrompt="1"/>
          </p:nvPr>
        </p:nvSpPr>
        <p:spPr>
          <a:xfrm>
            <a:off x="8797753" y="3499179"/>
            <a:ext cx="198772" cy="218586"/>
          </a:xfrm>
          <a:prstGeom prst="rect">
            <a:avLst/>
          </a:prstGeom>
          <a:noFill/>
        </p:spPr>
        <p:txBody>
          <a:bodyPr wrap="none" lIns="0" tIns="0" rIns="0" bIns="0" rtlCol="0">
            <a:spAutoFit/>
          </a:bodyPr>
          <a:lstStyle>
            <a:lvl1pPr>
              <a:defRPr lang="en-US" sz="1400" dirty="0" smtClean="0">
                <a:solidFill>
                  <a:schemeClr val="bg1">
                    <a:alpha val="50000"/>
                  </a:schemeClr>
                </a:solidFill>
                <a:latin typeface="+mn-lt"/>
              </a:defRPr>
            </a:lvl1pPr>
            <a:lvl2pPr>
              <a:defRPr lang="en-US" dirty="0" smtClean="0"/>
            </a:lvl2pPr>
            <a:lvl3pPr>
              <a:defRPr lang="en-US" dirty="0" smtClean="0"/>
            </a:lvl3pPr>
            <a:lvl4pPr>
              <a:defRPr lang="en-US" dirty="0" smtClean="0"/>
            </a:lvl4pPr>
            <a:lvl5pPr>
              <a:defRPr lang="en-AU" sz="1800" dirty="0">
                <a:solidFill>
                  <a:schemeClr val="tx1"/>
                </a:solidFill>
              </a:defRPr>
            </a:lvl5pPr>
          </a:lstStyle>
          <a:p>
            <a:pPr lvl="0"/>
            <a:r>
              <a:rPr lang="en-US" dirty="0"/>
              <a:t>##</a:t>
            </a:r>
            <a:endParaRPr lang="en-AU" dirty="0"/>
          </a:p>
        </p:txBody>
      </p:sp>
      <p:sp>
        <p:nvSpPr>
          <p:cNvPr id="42" name="Text Placeholder 15">
            <a:extLst>
              <a:ext uri="{FF2B5EF4-FFF2-40B4-BE49-F238E27FC236}">
                <a16:creationId xmlns:a16="http://schemas.microsoft.com/office/drawing/2014/main" id="{1A0723DC-167A-473B-8982-DB2CD67B7878}"/>
              </a:ext>
            </a:extLst>
          </p:cNvPr>
          <p:cNvSpPr>
            <a:spLocks noGrp="1"/>
          </p:cNvSpPr>
          <p:nvPr>
            <p:ph type="body" sz="quarter" idx="34" hasCustomPrompt="1"/>
          </p:nvPr>
        </p:nvSpPr>
        <p:spPr>
          <a:xfrm>
            <a:off x="8797753" y="3830076"/>
            <a:ext cx="1472391" cy="252377"/>
          </a:xfrm>
          <a:prstGeom prst="rect">
            <a:avLst/>
          </a:prstGeom>
          <a:noFill/>
        </p:spPr>
        <p:txBody>
          <a:bodyPr wrap="none" lIns="0" tIns="0" rIns="0" bIns="0" rtlCol="0">
            <a:spAutoFit/>
          </a:bodyPr>
          <a:lstStyle>
            <a:lvl1pPr>
              <a:defRPr lang="en-AU" dirty="0">
                <a:solidFill>
                  <a:schemeClr val="bg1"/>
                </a:solidFill>
                <a:latin typeface="+mn-lt"/>
              </a:defRPr>
            </a:lvl1pPr>
          </a:lstStyle>
          <a:p>
            <a:r>
              <a:rPr lang="en-US" dirty="0">
                <a:solidFill>
                  <a:schemeClr val="bg1"/>
                </a:solidFill>
                <a:latin typeface="Gotham Medium" panose="02000604030000020004" pitchFamily="50" charset="0"/>
              </a:rPr>
              <a:t>Lorem ipsum </a:t>
            </a:r>
          </a:p>
        </p:txBody>
      </p:sp>
      <p:sp>
        <p:nvSpPr>
          <p:cNvPr id="43" name="Text Placeholder 20">
            <a:extLst>
              <a:ext uri="{FF2B5EF4-FFF2-40B4-BE49-F238E27FC236}">
                <a16:creationId xmlns:a16="http://schemas.microsoft.com/office/drawing/2014/main" id="{2FD5A5C2-3945-4278-8171-1CFA062D76CD}"/>
              </a:ext>
            </a:extLst>
          </p:cNvPr>
          <p:cNvSpPr>
            <a:spLocks noGrp="1"/>
          </p:cNvSpPr>
          <p:nvPr>
            <p:ph type="body" sz="quarter" idx="35" hasCustomPrompt="1"/>
          </p:nvPr>
        </p:nvSpPr>
        <p:spPr>
          <a:xfrm>
            <a:off x="8819024" y="4291267"/>
            <a:ext cx="2682000" cy="7200"/>
          </a:xfrm>
          <a:prstGeom prst="rect">
            <a:avLst/>
          </a:prstGeom>
          <a:solidFill>
            <a:schemeClr val="bg1">
              <a:alpha val="50000"/>
            </a:schemeClr>
          </a:solidFill>
        </p:spPr>
        <p:txBody>
          <a:bodyPr/>
          <a:lstStyle>
            <a:lvl1pPr>
              <a:defRPr>
                <a:latin typeface="+mn-lt"/>
              </a:defRPr>
            </a:lvl1pPr>
          </a:lstStyle>
          <a:p>
            <a:pPr lvl="0"/>
            <a:r>
              <a:rPr lang="en-US" dirty="0"/>
              <a:t> </a:t>
            </a:r>
            <a:endParaRPr lang="en-AU" dirty="0"/>
          </a:p>
        </p:txBody>
      </p:sp>
      <p:sp>
        <p:nvSpPr>
          <p:cNvPr id="44" name="Content Placeholder 12">
            <a:extLst>
              <a:ext uri="{FF2B5EF4-FFF2-40B4-BE49-F238E27FC236}">
                <a16:creationId xmlns:a16="http://schemas.microsoft.com/office/drawing/2014/main" id="{3D7C1F14-FF83-4A5C-8785-0569A6264661}"/>
              </a:ext>
            </a:extLst>
          </p:cNvPr>
          <p:cNvSpPr>
            <a:spLocks noGrp="1"/>
          </p:cNvSpPr>
          <p:nvPr>
            <p:ph sz="quarter" idx="36" hasCustomPrompt="1"/>
          </p:nvPr>
        </p:nvSpPr>
        <p:spPr>
          <a:xfrm>
            <a:off x="688479" y="4569066"/>
            <a:ext cx="306283" cy="307975"/>
          </a:xfrm>
          <a:prstGeom prst="rect">
            <a:avLst/>
          </a:prstGeom>
        </p:spPr>
        <p:txBody>
          <a:bodyPr>
            <a:normAutofit/>
          </a:bodyPr>
          <a:lstStyle>
            <a:lvl1pPr>
              <a:defRPr sz="800">
                <a:solidFill>
                  <a:schemeClr val="bg1"/>
                </a:solidFill>
                <a:latin typeface="+mn-lt"/>
              </a:defRPr>
            </a:lvl1pPr>
          </a:lstStyle>
          <a:p>
            <a:pPr lvl="0"/>
            <a:r>
              <a:rPr lang="en-US" dirty="0"/>
              <a:t> icon</a:t>
            </a:r>
            <a:endParaRPr lang="en-AU" dirty="0"/>
          </a:p>
        </p:txBody>
      </p:sp>
      <p:sp>
        <p:nvSpPr>
          <p:cNvPr id="45" name="Text Placeholder 15">
            <a:extLst>
              <a:ext uri="{FF2B5EF4-FFF2-40B4-BE49-F238E27FC236}">
                <a16:creationId xmlns:a16="http://schemas.microsoft.com/office/drawing/2014/main" id="{FBE7A19C-BA51-4BB3-A97B-787DA18F4333}"/>
              </a:ext>
            </a:extLst>
          </p:cNvPr>
          <p:cNvSpPr>
            <a:spLocks noGrp="1"/>
          </p:cNvSpPr>
          <p:nvPr>
            <p:ph type="body" sz="quarter" idx="37" hasCustomPrompt="1"/>
          </p:nvPr>
        </p:nvSpPr>
        <p:spPr>
          <a:xfrm>
            <a:off x="1120603" y="4660322"/>
            <a:ext cx="198772" cy="218586"/>
          </a:xfrm>
          <a:prstGeom prst="rect">
            <a:avLst/>
          </a:prstGeom>
          <a:noFill/>
        </p:spPr>
        <p:txBody>
          <a:bodyPr wrap="none" lIns="0" tIns="0" rIns="0" bIns="0" rtlCol="0">
            <a:spAutoFit/>
          </a:bodyPr>
          <a:lstStyle>
            <a:lvl1pPr>
              <a:defRPr lang="en-US" sz="1400" dirty="0" smtClean="0">
                <a:solidFill>
                  <a:schemeClr val="bg1">
                    <a:alpha val="50000"/>
                  </a:schemeClr>
                </a:solidFill>
                <a:latin typeface="+mn-lt"/>
              </a:defRPr>
            </a:lvl1pPr>
            <a:lvl2pPr>
              <a:defRPr lang="en-US" dirty="0" smtClean="0"/>
            </a:lvl2pPr>
            <a:lvl3pPr>
              <a:defRPr lang="en-US" dirty="0" smtClean="0"/>
            </a:lvl3pPr>
            <a:lvl4pPr>
              <a:defRPr lang="en-US" dirty="0" smtClean="0"/>
            </a:lvl4pPr>
            <a:lvl5pPr>
              <a:defRPr lang="en-AU" sz="1800" dirty="0">
                <a:solidFill>
                  <a:schemeClr val="tx1"/>
                </a:solidFill>
              </a:defRPr>
            </a:lvl5pPr>
          </a:lstStyle>
          <a:p>
            <a:pPr lvl="0"/>
            <a:r>
              <a:rPr lang="en-US" dirty="0"/>
              <a:t>##</a:t>
            </a:r>
            <a:endParaRPr lang="en-AU" dirty="0"/>
          </a:p>
        </p:txBody>
      </p:sp>
      <p:sp>
        <p:nvSpPr>
          <p:cNvPr id="46" name="Text Placeholder 15">
            <a:extLst>
              <a:ext uri="{FF2B5EF4-FFF2-40B4-BE49-F238E27FC236}">
                <a16:creationId xmlns:a16="http://schemas.microsoft.com/office/drawing/2014/main" id="{8EFD3BF2-E5BF-4460-A89A-9CBD1D82AA56}"/>
              </a:ext>
            </a:extLst>
          </p:cNvPr>
          <p:cNvSpPr>
            <a:spLocks noGrp="1"/>
          </p:cNvSpPr>
          <p:nvPr>
            <p:ph type="body" sz="quarter" idx="38" hasCustomPrompt="1"/>
          </p:nvPr>
        </p:nvSpPr>
        <p:spPr>
          <a:xfrm>
            <a:off x="1120603" y="4991219"/>
            <a:ext cx="1472391" cy="252377"/>
          </a:xfrm>
          <a:prstGeom prst="rect">
            <a:avLst/>
          </a:prstGeom>
          <a:noFill/>
        </p:spPr>
        <p:txBody>
          <a:bodyPr wrap="none" lIns="0" tIns="0" rIns="0" bIns="0" rtlCol="0">
            <a:spAutoFit/>
          </a:bodyPr>
          <a:lstStyle>
            <a:lvl1pPr>
              <a:defRPr lang="en-AU" dirty="0">
                <a:solidFill>
                  <a:schemeClr val="bg1"/>
                </a:solidFill>
                <a:latin typeface="+mn-lt"/>
              </a:defRPr>
            </a:lvl1pPr>
          </a:lstStyle>
          <a:p>
            <a:r>
              <a:rPr lang="en-US" dirty="0">
                <a:solidFill>
                  <a:schemeClr val="bg1"/>
                </a:solidFill>
                <a:latin typeface="Gotham Medium" panose="02000604030000020004" pitchFamily="50" charset="0"/>
              </a:rPr>
              <a:t>Lorem ipsum </a:t>
            </a:r>
          </a:p>
        </p:txBody>
      </p:sp>
      <p:sp>
        <p:nvSpPr>
          <p:cNvPr id="48" name="Content Placeholder 12">
            <a:extLst>
              <a:ext uri="{FF2B5EF4-FFF2-40B4-BE49-F238E27FC236}">
                <a16:creationId xmlns:a16="http://schemas.microsoft.com/office/drawing/2014/main" id="{8B09213D-B0C4-4971-AFC3-14487E606D83}"/>
              </a:ext>
            </a:extLst>
          </p:cNvPr>
          <p:cNvSpPr>
            <a:spLocks noGrp="1"/>
          </p:cNvSpPr>
          <p:nvPr>
            <p:ph sz="quarter" idx="40" hasCustomPrompt="1"/>
          </p:nvPr>
        </p:nvSpPr>
        <p:spPr>
          <a:xfrm>
            <a:off x="4559418" y="4569066"/>
            <a:ext cx="306283" cy="307975"/>
          </a:xfrm>
          <a:prstGeom prst="rect">
            <a:avLst/>
          </a:prstGeom>
        </p:spPr>
        <p:txBody>
          <a:bodyPr>
            <a:normAutofit/>
          </a:bodyPr>
          <a:lstStyle>
            <a:lvl1pPr>
              <a:defRPr sz="800">
                <a:solidFill>
                  <a:schemeClr val="bg1"/>
                </a:solidFill>
                <a:latin typeface="+mn-lt"/>
              </a:defRPr>
            </a:lvl1pPr>
          </a:lstStyle>
          <a:p>
            <a:pPr lvl="0"/>
            <a:r>
              <a:rPr lang="en-US" dirty="0"/>
              <a:t> icon</a:t>
            </a:r>
            <a:endParaRPr lang="en-AU" dirty="0"/>
          </a:p>
        </p:txBody>
      </p:sp>
      <p:sp>
        <p:nvSpPr>
          <p:cNvPr id="49" name="Text Placeholder 15">
            <a:extLst>
              <a:ext uri="{FF2B5EF4-FFF2-40B4-BE49-F238E27FC236}">
                <a16:creationId xmlns:a16="http://schemas.microsoft.com/office/drawing/2014/main" id="{B7C446BC-D372-4F4C-8AEC-4B7E9BBE6764}"/>
              </a:ext>
            </a:extLst>
          </p:cNvPr>
          <p:cNvSpPr>
            <a:spLocks noGrp="1"/>
          </p:cNvSpPr>
          <p:nvPr>
            <p:ph type="body" sz="quarter" idx="41" hasCustomPrompt="1"/>
          </p:nvPr>
        </p:nvSpPr>
        <p:spPr>
          <a:xfrm>
            <a:off x="4980449" y="4660322"/>
            <a:ext cx="198772" cy="218586"/>
          </a:xfrm>
          <a:prstGeom prst="rect">
            <a:avLst/>
          </a:prstGeom>
          <a:noFill/>
        </p:spPr>
        <p:txBody>
          <a:bodyPr wrap="none" lIns="0" tIns="0" rIns="0" bIns="0" rtlCol="0">
            <a:spAutoFit/>
          </a:bodyPr>
          <a:lstStyle>
            <a:lvl1pPr>
              <a:defRPr lang="en-US" sz="1400" dirty="0" smtClean="0">
                <a:solidFill>
                  <a:schemeClr val="bg1">
                    <a:alpha val="50000"/>
                  </a:schemeClr>
                </a:solidFill>
                <a:latin typeface="+mn-lt"/>
              </a:defRPr>
            </a:lvl1pPr>
            <a:lvl2pPr>
              <a:defRPr lang="en-US" dirty="0" smtClean="0"/>
            </a:lvl2pPr>
            <a:lvl3pPr>
              <a:defRPr lang="en-US" dirty="0" smtClean="0"/>
            </a:lvl3pPr>
            <a:lvl4pPr>
              <a:defRPr lang="en-US" dirty="0" smtClean="0"/>
            </a:lvl4pPr>
            <a:lvl5pPr>
              <a:defRPr lang="en-AU" sz="1800" dirty="0">
                <a:solidFill>
                  <a:schemeClr val="tx1"/>
                </a:solidFill>
              </a:defRPr>
            </a:lvl5pPr>
          </a:lstStyle>
          <a:p>
            <a:pPr lvl="0"/>
            <a:r>
              <a:rPr lang="en-US" dirty="0"/>
              <a:t>##</a:t>
            </a:r>
            <a:endParaRPr lang="en-AU" dirty="0"/>
          </a:p>
        </p:txBody>
      </p:sp>
      <p:sp>
        <p:nvSpPr>
          <p:cNvPr id="50" name="Text Placeholder 15">
            <a:extLst>
              <a:ext uri="{FF2B5EF4-FFF2-40B4-BE49-F238E27FC236}">
                <a16:creationId xmlns:a16="http://schemas.microsoft.com/office/drawing/2014/main" id="{379728B0-640A-4AEB-A53D-B96E74DEDBFC}"/>
              </a:ext>
            </a:extLst>
          </p:cNvPr>
          <p:cNvSpPr>
            <a:spLocks noGrp="1"/>
          </p:cNvSpPr>
          <p:nvPr>
            <p:ph type="body" sz="quarter" idx="42" hasCustomPrompt="1"/>
          </p:nvPr>
        </p:nvSpPr>
        <p:spPr>
          <a:xfrm>
            <a:off x="4980449" y="4991219"/>
            <a:ext cx="1472391" cy="252377"/>
          </a:xfrm>
          <a:prstGeom prst="rect">
            <a:avLst/>
          </a:prstGeom>
          <a:noFill/>
        </p:spPr>
        <p:txBody>
          <a:bodyPr wrap="none" lIns="0" tIns="0" rIns="0" bIns="0" rtlCol="0">
            <a:spAutoFit/>
          </a:bodyPr>
          <a:lstStyle>
            <a:lvl1pPr>
              <a:defRPr lang="en-AU" dirty="0">
                <a:solidFill>
                  <a:schemeClr val="bg1"/>
                </a:solidFill>
                <a:latin typeface="+mn-lt"/>
              </a:defRPr>
            </a:lvl1pPr>
          </a:lstStyle>
          <a:p>
            <a:r>
              <a:rPr lang="en-US" dirty="0">
                <a:solidFill>
                  <a:schemeClr val="bg1"/>
                </a:solidFill>
                <a:latin typeface="Gotham Medium" panose="02000604030000020004" pitchFamily="50" charset="0"/>
              </a:rPr>
              <a:t>Lorem ipsum </a:t>
            </a:r>
          </a:p>
        </p:txBody>
      </p:sp>
      <p:sp>
        <p:nvSpPr>
          <p:cNvPr id="52" name="Content Placeholder 12">
            <a:extLst>
              <a:ext uri="{FF2B5EF4-FFF2-40B4-BE49-F238E27FC236}">
                <a16:creationId xmlns:a16="http://schemas.microsoft.com/office/drawing/2014/main" id="{2316115E-183D-401B-8D79-7D52C71BE5BB}"/>
              </a:ext>
            </a:extLst>
          </p:cNvPr>
          <p:cNvSpPr>
            <a:spLocks noGrp="1"/>
          </p:cNvSpPr>
          <p:nvPr>
            <p:ph sz="quarter" idx="44" hasCustomPrompt="1"/>
          </p:nvPr>
        </p:nvSpPr>
        <p:spPr>
          <a:xfrm>
            <a:off x="8365629" y="4569066"/>
            <a:ext cx="306283" cy="307975"/>
          </a:xfrm>
          <a:prstGeom prst="rect">
            <a:avLst/>
          </a:prstGeom>
        </p:spPr>
        <p:txBody>
          <a:bodyPr>
            <a:normAutofit/>
          </a:bodyPr>
          <a:lstStyle>
            <a:lvl1pPr>
              <a:defRPr sz="800">
                <a:solidFill>
                  <a:schemeClr val="bg1"/>
                </a:solidFill>
                <a:latin typeface="+mn-lt"/>
              </a:defRPr>
            </a:lvl1pPr>
          </a:lstStyle>
          <a:p>
            <a:pPr lvl="0"/>
            <a:r>
              <a:rPr lang="en-US" dirty="0"/>
              <a:t> icon</a:t>
            </a:r>
            <a:endParaRPr lang="en-AU" dirty="0"/>
          </a:p>
        </p:txBody>
      </p:sp>
      <p:sp>
        <p:nvSpPr>
          <p:cNvPr id="53" name="Text Placeholder 15">
            <a:extLst>
              <a:ext uri="{FF2B5EF4-FFF2-40B4-BE49-F238E27FC236}">
                <a16:creationId xmlns:a16="http://schemas.microsoft.com/office/drawing/2014/main" id="{5106E342-47D6-4C57-9118-A96CCCEB4E0E}"/>
              </a:ext>
            </a:extLst>
          </p:cNvPr>
          <p:cNvSpPr>
            <a:spLocks noGrp="1"/>
          </p:cNvSpPr>
          <p:nvPr>
            <p:ph type="body" sz="quarter" idx="45" hasCustomPrompt="1"/>
          </p:nvPr>
        </p:nvSpPr>
        <p:spPr>
          <a:xfrm>
            <a:off x="8797753" y="4660322"/>
            <a:ext cx="198772" cy="218586"/>
          </a:xfrm>
          <a:prstGeom prst="rect">
            <a:avLst/>
          </a:prstGeom>
          <a:noFill/>
        </p:spPr>
        <p:txBody>
          <a:bodyPr wrap="none" lIns="0" tIns="0" rIns="0" bIns="0" rtlCol="0">
            <a:spAutoFit/>
          </a:bodyPr>
          <a:lstStyle>
            <a:lvl1pPr>
              <a:defRPr lang="en-US" sz="1400" dirty="0" smtClean="0">
                <a:solidFill>
                  <a:schemeClr val="bg1">
                    <a:alpha val="50000"/>
                  </a:schemeClr>
                </a:solidFill>
                <a:latin typeface="+mn-lt"/>
              </a:defRPr>
            </a:lvl1pPr>
            <a:lvl2pPr>
              <a:defRPr lang="en-US" dirty="0" smtClean="0"/>
            </a:lvl2pPr>
            <a:lvl3pPr>
              <a:defRPr lang="en-US" dirty="0" smtClean="0"/>
            </a:lvl3pPr>
            <a:lvl4pPr>
              <a:defRPr lang="en-US" dirty="0" smtClean="0"/>
            </a:lvl4pPr>
            <a:lvl5pPr>
              <a:defRPr lang="en-AU" sz="1800" dirty="0">
                <a:solidFill>
                  <a:schemeClr val="tx1"/>
                </a:solidFill>
              </a:defRPr>
            </a:lvl5pPr>
          </a:lstStyle>
          <a:p>
            <a:pPr lvl="0"/>
            <a:r>
              <a:rPr lang="en-US" dirty="0"/>
              <a:t>##</a:t>
            </a:r>
            <a:endParaRPr lang="en-AU" dirty="0"/>
          </a:p>
        </p:txBody>
      </p:sp>
      <p:sp>
        <p:nvSpPr>
          <p:cNvPr id="54" name="Text Placeholder 15">
            <a:extLst>
              <a:ext uri="{FF2B5EF4-FFF2-40B4-BE49-F238E27FC236}">
                <a16:creationId xmlns:a16="http://schemas.microsoft.com/office/drawing/2014/main" id="{5CDB8DBC-A756-4D95-B21B-BDFC207DBDC0}"/>
              </a:ext>
            </a:extLst>
          </p:cNvPr>
          <p:cNvSpPr>
            <a:spLocks noGrp="1"/>
          </p:cNvSpPr>
          <p:nvPr>
            <p:ph type="body" sz="quarter" idx="46" hasCustomPrompt="1"/>
          </p:nvPr>
        </p:nvSpPr>
        <p:spPr>
          <a:xfrm>
            <a:off x="8797753" y="4991219"/>
            <a:ext cx="1472391" cy="252377"/>
          </a:xfrm>
          <a:prstGeom prst="rect">
            <a:avLst/>
          </a:prstGeom>
          <a:noFill/>
        </p:spPr>
        <p:txBody>
          <a:bodyPr wrap="none" lIns="0" tIns="0" rIns="0" bIns="0" rtlCol="0">
            <a:spAutoFit/>
          </a:bodyPr>
          <a:lstStyle>
            <a:lvl1pPr>
              <a:defRPr lang="en-AU" dirty="0">
                <a:solidFill>
                  <a:schemeClr val="bg1"/>
                </a:solidFill>
                <a:latin typeface="+mn-lt"/>
              </a:defRPr>
            </a:lvl1pPr>
          </a:lstStyle>
          <a:p>
            <a:r>
              <a:rPr lang="en-US" dirty="0">
                <a:solidFill>
                  <a:schemeClr val="bg1"/>
                </a:solidFill>
                <a:latin typeface="Gotham Medium" panose="02000604030000020004" pitchFamily="50" charset="0"/>
              </a:rPr>
              <a:t>Lorem ipsum </a:t>
            </a:r>
          </a:p>
        </p:txBody>
      </p:sp>
      <p:pic>
        <p:nvPicPr>
          <p:cNvPr id="6" name="Picture 5" descr="A white text on a black background&#10;&#10;Description automatically generated">
            <a:extLst>
              <a:ext uri="{FF2B5EF4-FFF2-40B4-BE49-F238E27FC236}">
                <a16:creationId xmlns:a16="http://schemas.microsoft.com/office/drawing/2014/main" id="{D48ED182-B01D-B196-AC77-2479306631A4}"/>
              </a:ext>
            </a:extLst>
          </p:cNvPr>
          <p:cNvPicPr>
            <a:picLocks noChangeAspect="1"/>
          </p:cNvPicPr>
          <p:nvPr userDrawn="1"/>
        </p:nvPicPr>
        <p:blipFill>
          <a:blip r:embed="rId2"/>
          <a:stretch>
            <a:fillRect/>
          </a:stretch>
        </p:blipFill>
        <p:spPr>
          <a:xfrm>
            <a:off x="9799983" y="393370"/>
            <a:ext cx="1968406" cy="634151"/>
          </a:xfrm>
          <a:prstGeom prst="rect">
            <a:avLst/>
          </a:prstGeom>
        </p:spPr>
      </p:pic>
    </p:spTree>
    <p:extLst>
      <p:ext uri="{BB962C8B-B14F-4D97-AF65-F5344CB8AC3E}">
        <p14:creationId xmlns:p14="http://schemas.microsoft.com/office/powerpoint/2010/main" val="5600039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Contents 2">
    <p:bg>
      <p:bgPr>
        <a:solidFill>
          <a:schemeClr val="bg1"/>
        </a:solidFill>
        <a:effectLst/>
      </p:bgPr>
    </p:bg>
    <p:spTree>
      <p:nvGrpSpPr>
        <p:cNvPr id="1" name=""/>
        <p:cNvGrpSpPr/>
        <p:nvPr/>
      </p:nvGrpSpPr>
      <p:grpSpPr>
        <a:xfrm>
          <a:off x="0" y="0"/>
          <a:ext cx="0" cy="0"/>
          <a:chOff x="0" y="0"/>
          <a:chExt cx="0" cy="0"/>
        </a:xfrm>
      </p:grpSpPr>
      <p:sp>
        <p:nvSpPr>
          <p:cNvPr id="47" name="Rectangle 46">
            <a:extLst>
              <a:ext uri="{FF2B5EF4-FFF2-40B4-BE49-F238E27FC236}">
                <a16:creationId xmlns:a16="http://schemas.microsoft.com/office/drawing/2014/main" id="{4CEE259B-5A66-48E0-9302-42413213AC23}"/>
              </a:ext>
            </a:extLst>
          </p:cNvPr>
          <p:cNvSpPr/>
          <p:nvPr userDrawn="1"/>
        </p:nvSpPr>
        <p:spPr>
          <a:xfrm>
            <a:off x="0" y="0"/>
            <a:ext cx="4295800" cy="6858000"/>
          </a:xfrm>
          <a:prstGeom prst="rect">
            <a:avLst/>
          </a:prstGeom>
          <a:gradFill>
            <a:gsLst>
              <a:gs pos="76000">
                <a:schemeClr val="accent1"/>
              </a:gs>
              <a:gs pos="0">
                <a:schemeClr val="accent2"/>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A44C178-F6DC-4C1C-8A0F-8DAECF5E36F8}"/>
              </a:ext>
            </a:extLst>
          </p:cNvPr>
          <p:cNvSpPr>
            <a:spLocks noGrp="1"/>
          </p:cNvSpPr>
          <p:nvPr>
            <p:ph type="title" hasCustomPrompt="1"/>
          </p:nvPr>
        </p:nvSpPr>
        <p:spPr>
          <a:xfrm>
            <a:off x="695325" y="763200"/>
            <a:ext cx="3384550" cy="443198"/>
          </a:xfrm>
        </p:spPr>
        <p:txBody>
          <a:bodyPr vert="horz" wrap="square" lIns="0" tIns="0" rIns="0" bIns="0" rtlCol="0" anchor="t">
            <a:spAutoFit/>
          </a:bodyPr>
          <a:lstStyle>
            <a:lvl1pPr>
              <a:defRPr lang="en-AU" sz="3600" spc="0" baseline="0" dirty="0">
                <a:solidFill>
                  <a:schemeClr val="bg1"/>
                </a:solidFill>
              </a:defRPr>
            </a:lvl1pPr>
          </a:lstStyle>
          <a:p>
            <a:pPr marL="12700" lvl="0">
              <a:lnSpc>
                <a:spcPct val="80000"/>
              </a:lnSpc>
              <a:spcBef>
                <a:spcPts val="100"/>
              </a:spcBef>
            </a:pPr>
            <a:r>
              <a:rPr lang="en-US" dirty="0"/>
              <a:t>Contents</a:t>
            </a:r>
          </a:p>
        </p:txBody>
      </p:sp>
      <p:sp>
        <p:nvSpPr>
          <p:cNvPr id="3" name="Footer Placeholder 2">
            <a:extLst>
              <a:ext uri="{FF2B5EF4-FFF2-40B4-BE49-F238E27FC236}">
                <a16:creationId xmlns:a16="http://schemas.microsoft.com/office/drawing/2014/main" id="{AA07A89A-CD46-42F0-9B36-FC3C3F995786}"/>
              </a:ext>
            </a:extLst>
          </p:cNvPr>
          <p:cNvSpPr>
            <a:spLocks noGrp="1"/>
          </p:cNvSpPr>
          <p:nvPr>
            <p:ph type="ftr" sz="quarter" idx="10"/>
          </p:nvPr>
        </p:nvSpPr>
        <p:spPr>
          <a:xfrm>
            <a:off x="695326" y="6526800"/>
            <a:ext cx="3360109" cy="144000"/>
          </a:xfrm>
        </p:spPr>
        <p:txBody>
          <a:bodyPr/>
          <a:lstStyle>
            <a:lvl1pPr>
              <a:defRPr>
                <a:solidFill>
                  <a:schemeClr val="bg1"/>
                </a:solidFill>
              </a:defRPr>
            </a:lvl1pPr>
          </a:lstStyle>
          <a:p>
            <a:endParaRPr lang="en-AU" dirty="0"/>
          </a:p>
        </p:txBody>
      </p:sp>
      <p:sp>
        <p:nvSpPr>
          <p:cNvPr id="6" name="Table Placeholder 5">
            <a:extLst>
              <a:ext uri="{FF2B5EF4-FFF2-40B4-BE49-F238E27FC236}">
                <a16:creationId xmlns:a16="http://schemas.microsoft.com/office/drawing/2014/main" id="{1D5125DE-EAB9-47E1-BC95-9200E9193715}"/>
              </a:ext>
            </a:extLst>
          </p:cNvPr>
          <p:cNvSpPr>
            <a:spLocks noGrp="1"/>
          </p:cNvSpPr>
          <p:nvPr>
            <p:ph type="tbl" sz="quarter" idx="12"/>
          </p:nvPr>
        </p:nvSpPr>
        <p:spPr>
          <a:xfrm>
            <a:off x="5400581" y="1557338"/>
            <a:ext cx="5400675" cy="4751387"/>
          </a:xfrm>
          <a:prstGeom prst="rect">
            <a:avLst/>
          </a:prstGeom>
        </p:spPr>
        <p:txBody>
          <a:bodyPr/>
          <a:lstStyle/>
          <a:p>
            <a:r>
              <a:rPr lang="en-US" dirty="0"/>
              <a:t>Click icon to add table</a:t>
            </a:r>
            <a:endParaRPr lang="en-AU" dirty="0"/>
          </a:p>
        </p:txBody>
      </p:sp>
      <p:pic>
        <p:nvPicPr>
          <p:cNvPr id="8" name="Picture 7" descr="A purple letter on a black background&#10;&#10;Description automatically generated">
            <a:extLst>
              <a:ext uri="{FF2B5EF4-FFF2-40B4-BE49-F238E27FC236}">
                <a16:creationId xmlns:a16="http://schemas.microsoft.com/office/drawing/2014/main" id="{11B82089-AD2A-0630-A65B-7F8A3F8791AC}"/>
              </a:ext>
            </a:extLst>
          </p:cNvPr>
          <p:cNvPicPr>
            <a:picLocks noChangeAspect="1"/>
          </p:cNvPicPr>
          <p:nvPr userDrawn="1"/>
        </p:nvPicPr>
        <p:blipFill>
          <a:blip r:embed="rId2"/>
          <a:stretch>
            <a:fillRect/>
          </a:stretch>
        </p:blipFill>
        <p:spPr>
          <a:xfrm>
            <a:off x="9840416" y="409431"/>
            <a:ext cx="1933549" cy="622922"/>
          </a:xfrm>
          <a:prstGeom prst="rect">
            <a:avLst/>
          </a:prstGeom>
        </p:spPr>
      </p:pic>
    </p:spTree>
    <p:extLst>
      <p:ext uri="{BB962C8B-B14F-4D97-AF65-F5344CB8AC3E}">
        <p14:creationId xmlns:p14="http://schemas.microsoft.com/office/powerpoint/2010/main" val="12668445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2_Contents 2">
    <p:bg>
      <p:bgPr>
        <a:solidFill>
          <a:schemeClr val="bg1"/>
        </a:solidFill>
        <a:effectLst/>
      </p:bgPr>
    </p:bg>
    <p:spTree>
      <p:nvGrpSpPr>
        <p:cNvPr id="1" name=""/>
        <p:cNvGrpSpPr/>
        <p:nvPr/>
      </p:nvGrpSpPr>
      <p:grpSpPr>
        <a:xfrm>
          <a:off x="0" y="0"/>
          <a:ext cx="0" cy="0"/>
          <a:chOff x="0" y="0"/>
          <a:chExt cx="0" cy="0"/>
        </a:xfrm>
      </p:grpSpPr>
      <p:sp>
        <p:nvSpPr>
          <p:cNvPr id="47" name="Rectangle 46">
            <a:extLst>
              <a:ext uri="{FF2B5EF4-FFF2-40B4-BE49-F238E27FC236}">
                <a16:creationId xmlns:a16="http://schemas.microsoft.com/office/drawing/2014/main" id="{4CEE259B-5A66-48E0-9302-42413213AC23}"/>
              </a:ext>
            </a:extLst>
          </p:cNvPr>
          <p:cNvSpPr/>
          <p:nvPr userDrawn="1"/>
        </p:nvSpPr>
        <p:spPr>
          <a:xfrm>
            <a:off x="0" y="0"/>
            <a:ext cx="2783632" cy="6858000"/>
          </a:xfrm>
          <a:prstGeom prst="rect">
            <a:avLst/>
          </a:prstGeom>
          <a:gradFill>
            <a:gsLst>
              <a:gs pos="76000">
                <a:schemeClr val="accent1"/>
              </a:gs>
              <a:gs pos="0">
                <a:schemeClr val="accent2"/>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A44C178-F6DC-4C1C-8A0F-8DAECF5E36F8}"/>
              </a:ext>
            </a:extLst>
          </p:cNvPr>
          <p:cNvSpPr>
            <a:spLocks noGrp="1"/>
          </p:cNvSpPr>
          <p:nvPr>
            <p:ph type="title" hasCustomPrompt="1"/>
          </p:nvPr>
        </p:nvSpPr>
        <p:spPr>
          <a:xfrm>
            <a:off x="416945" y="720892"/>
            <a:ext cx="2150663" cy="443198"/>
          </a:xfrm>
        </p:spPr>
        <p:txBody>
          <a:bodyPr vert="horz" wrap="square" lIns="0" tIns="0" rIns="0" bIns="0" rtlCol="0" anchor="t">
            <a:spAutoFit/>
          </a:bodyPr>
          <a:lstStyle>
            <a:lvl1pPr>
              <a:defRPr lang="en-AU" sz="3600" spc="0" baseline="0" dirty="0">
                <a:solidFill>
                  <a:schemeClr val="bg1"/>
                </a:solidFill>
              </a:defRPr>
            </a:lvl1pPr>
          </a:lstStyle>
          <a:p>
            <a:pPr marL="12700" lvl="0">
              <a:lnSpc>
                <a:spcPct val="80000"/>
              </a:lnSpc>
              <a:spcBef>
                <a:spcPts val="100"/>
              </a:spcBef>
            </a:pPr>
            <a:r>
              <a:rPr lang="en-US" dirty="0"/>
              <a:t>Contents</a:t>
            </a:r>
          </a:p>
        </p:txBody>
      </p:sp>
      <p:pic>
        <p:nvPicPr>
          <p:cNvPr id="8" name="Picture 7" descr="A purple letter on a black background&#10;&#10;Description automatically generated">
            <a:extLst>
              <a:ext uri="{FF2B5EF4-FFF2-40B4-BE49-F238E27FC236}">
                <a16:creationId xmlns:a16="http://schemas.microsoft.com/office/drawing/2014/main" id="{11B82089-AD2A-0630-A65B-7F8A3F8791AC}"/>
              </a:ext>
            </a:extLst>
          </p:cNvPr>
          <p:cNvPicPr>
            <a:picLocks noChangeAspect="1"/>
          </p:cNvPicPr>
          <p:nvPr userDrawn="1"/>
        </p:nvPicPr>
        <p:blipFill>
          <a:blip r:embed="rId2"/>
          <a:stretch>
            <a:fillRect/>
          </a:stretch>
        </p:blipFill>
        <p:spPr>
          <a:xfrm>
            <a:off x="9840416" y="409431"/>
            <a:ext cx="1933549" cy="622922"/>
          </a:xfrm>
          <a:prstGeom prst="rect">
            <a:avLst/>
          </a:prstGeom>
        </p:spPr>
      </p:pic>
    </p:spTree>
    <p:extLst>
      <p:ext uri="{BB962C8B-B14F-4D97-AF65-F5344CB8AC3E}">
        <p14:creationId xmlns:p14="http://schemas.microsoft.com/office/powerpoint/2010/main" val="35068789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Divider Slide 1">
    <p:bg>
      <p:bgPr>
        <a:gradFill>
          <a:gsLst>
            <a:gs pos="0">
              <a:srgbClr val="962A8B"/>
            </a:gs>
            <a:gs pos="45000">
              <a:schemeClr val="accent1"/>
            </a:gs>
          </a:gsLst>
          <a:lin ang="10800000" scaled="0"/>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201432" y="2780928"/>
            <a:ext cx="5112568" cy="1296144"/>
          </a:xfrm>
        </p:spPr>
        <p:txBody>
          <a:bodyPr vert="horz" lIns="0" tIns="0" rIns="0" bIns="0" rtlCol="0" anchor="t">
            <a:noAutofit/>
          </a:bodyPr>
          <a:lstStyle>
            <a:lvl1pPr>
              <a:defRPr kumimoji="0" lang="en-AU" sz="4300" i="0" u="none" strike="noStrike" cap="none" spc="0" normalizeH="0" baseline="0" dirty="0">
                <a:ln>
                  <a:noFill/>
                </a:ln>
                <a:solidFill>
                  <a:schemeClr val="bg1"/>
                </a:solidFill>
                <a:effectLst/>
                <a:uLnTx/>
                <a:uFillTx/>
                <a:latin typeface="+mn-lt"/>
              </a:defRPr>
            </a:lvl1pPr>
          </a:lstStyle>
          <a:p>
            <a:pPr marL="0" marR="0" lvl="0" indent="0" fontAlgn="auto">
              <a:spcAft>
                <a:spcPts val="0"/>
              </a:spcAft>
              <a:buClrTx/>
              <a:buSzTx/>
              <a:buFontTx/>
              <a:tabLst/>
            </a:pPr>
            <a:r>
              <a:rPr lang="en-US" dirty="0"/>
              <a:t>Divider Slide</a:t>
            </a:r>
            <a:endParaRPr lang="en-AU" dirty="0"/>
          </a:p>
        </p:txBody>
      </p:sp>
      <p:pic>
        <p:nvPicPr>
          <p:cNvPr id="9" name="Picture 8" descr="A black and white number&#10;&#10;Description automatically generated">
            <a:extLst>
              <a:ext uri="{FF2B5EF4-FFF2-40B4-BE49-F238E27FC236}">
                <a16:creationId xmlns:a16="http://schemas.microsoft.com/office/drawing/2014/main" id="{B18148E4-8994-1927-951C-5A0BDC730CA3}"/>
              </a:ext>
            </a:extLst>
          </p:cNvPr>
          <p:cNvPicPr>
            <a:picLocks noChangeAspect="1"/>
          </p:cNvPicPr>
          <p:nvPr userDrawn="1"/>
        </p:nvPicPr>
        <p:blipFill rotWithShape="1">
          <a:blip r:embed="rId2"/>
          <a:srcRect l="7581" t="2143" r="-1499" b="2145"/>
          <a:stretch/>
        </p:blipFill>
        <p:spPr>
          <a:xfrm>
            <a:off x="0" y="0"/>
            <a:ext cx="4443968" cy="6858000"/>
          </a:xfrm>
          <a:prstGeom prst="rect">
            <a:avLst/>
          </a:prstGeom>
        </p:spPr>
      </p:pic>
      <p:pic>
        <p:nvPicPr>
          <p:cNvPr id="6" name="Picture 5" descr="A white text on a black background&#10;&#10;Description automatically generated">
            <a:extLst>
              <a:ext uri="{FF2B5EF4-FFF2-40B4-BE49-F238E27FC236}">
                <a16:creationId xmlns:a16="http://schemas.microsoft.com/office/drawing/2014/main" id="{644E772C-AF98-97FA-8D5D-9851A5ACF5F5}"/>
              </a:ext>
            </a:extLst>
          </p:cNvPr>
          <p:cNvPicPr>
            <a:picLocks noChangeAspect="1"/>
          </p:cNvPicPr>
          <p:nvPr userDrawn="1"/>
        </p:nvPicPr>
        <p:blipFill>
          <a:blip r:embed="rId3"/>
          <a:stretch>
            <a:fillRect/>
          </a:stretch>
        </p:blipFill>
        <p:spPr>
          <a:xfrm>
            <a:off x="9799983" y="393370"/>
            <a:ext cx="1968406" cy="634151"/>
          </a:xfrm>
          <a:prstGeom prst="rect">
            <a:avLst/>
          </a:prstGeom>
        </p:spPr>
      </p:pic>
    </p:spTree>
    <p:extLst>
      <p:ext uri="{BB962C8B-B14F-4D97-AF65-F5344CB8AC3E}">
        <p14:creationId xmlns:p14="http://schemas.microsoft.com/office/powerpoint/2010/main" val="6764738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Divider Slide 2">
    <p:bg>
      <p:bgPr>
        <a:gradFill>
          <a:gsLst>
            <a:gs pos="0">
              <a:srgbClr val="962A8B"/>
            </a:gs>
            <a:gs pos="40000">
              <a:schemeClr val="accent1"/>
            </a:gs>
          </a:gsLst>
          <a:lin ang="10800000" scaled="0"/>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271464" y="2780928"/>
            <a:ext cx="5112568" cy="1296144"/>
          </a:xfrm>
        </p:spPr>
        <p:txBody>
          <a:bodyPr vert="horz" lIns="0" tIns="0" rIns="0" bIns="0" rtlCol="0" anchor="t">
            <a:noAutofit/>
          </a:bodyPr>
          <a:lstStyle>
            <a:lvl1pPr>
              <a:defRPr kumimoji="0" lang="en-AU" sz="4300" i="0" u="none" strike="noStrike" cap="none" spc="0" normalizeH="0" baseline="0" dirty="0">
                <a:ln>
                  <a:noFill/>
                </a:ln>
                <a:solidFill>
                  <a:schemeClr val="bg1"/>
                </a:solidFill>
                <a:effectLst/>
                <a:uLnTx/>
                <a:uFillTx/>
                <a:latin typeface="+mn-lt"/>
              </a:defRPr>
            </a:lvl1pPr>
          </a:lstStyle>
          <a:p>
            <a:pPr marL="0" marR="0" lvl="0" indent="0" fontAlgn="auto">
              <a:spcAft>
                <a:spcPts val="0"/>
              </a:spcAft>
              <a:buClrTx/>
              <a:buSzTx/>
              <a:buFontTx/>
              <a:tabLst/>
            </a:pPr>
            <a:r>
              <a:rPr lang="en-US" dirty="0"/>
              <a:t>Divider Slide</a:t>
            </a:r>
            <a:endParaRPr lang="en-AU" dirty="0"/>
          </a:p>
        </p:txBody>
      </p:sp>
      <p:pic>
        <p:nvPicPr>
          <p:cNvPr id="6" name="Picture 5" descr="A white text on a black background&#10;&#10;Description automatically generated">
            <a:extLst>
              <a:ext uri="{FF2B5EF4-FFF2-40B4-BE49-F238E27FC236}">
                <a16:creationId xmlns:a16="http://schemas.microsoft.com/office/drawing/2014/main" id="{F53D0953-C19C-20ED-4088-B0B7C33A86C8}"/>
              </a:ext>
            </a:extLst>
          </p:cNvPr>
          <p:cNvPicPr>
            <a:picLocks noChangeAspect="1"/>
          </p:cNvPicPr>
          <p:nvPr userDrawn="1"/>
        </p:nvPicPr>
        <p:blipFill>
          <a:blip r:embed="rId2"/>
          <a:stretch>
            <a:fillRect/>
          </a:stretch>
        </p:blipFill>
        <p:spPr>
          <a:xfrm>
            <a:off x="9799983" y="393370"/>
            <a:ext cx="1968406" cy="634151"/>
          </a:xfrm>
          <a:prstGeom prst="rect">
            <a:avLst/>
          </a:prstGeom>
        </p:spPr>
      </p:pic>
    </p:spTree>
    <p:extLst>
      <p:ext uri="{BB962C8B-B14F-4D97-AF65-F5344CB8AC3E}">
        <p14:creationId xmlns:p14="http://schemas.microsoft.com/office/powerpoint/2010/main" val="36142432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Divider Slide 3+UQ">
    <p:bg>
      <p:bgPr>
        <a:gradFill>
          <a:gsLst>
            <a:gs pos="0">
              <a:srgbClr val="962A8B"/>
            </a:gs>
            <a:gs pos="40000">
              <a:schemeClr val="accent1"/>
            </a:gs>
          </a:gsLst>
          <a:lin ang="0" scaled="0"/>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271464" y="2780928"/>
            <a:ext cx="5112568" cy="1296144"/>
          </a:xfrm>
        </p:spPr>
        <p:txBody>
          <a:bodyPr vert="horz" lIns="0" tIns="0" rIns="0" bIns="0" rtlCol="0" anchor="t">
            <a:noAutofit/>
          </a:bodyPr>
          <a:lstStyle>
            <a:lvl1pPr>
              <a:defRPr kumimoji="0" lang="en-AU" sz="4300" i="0" u="none" strike="noStrike" cap="none" spc="0" normalizeH="0" baseline="0" dirty="0">
                <a:ln>
                  <a:noFill/>
                </a:ln>
                <a:solidFill>
                  <a:schemeClr val="bg1"/>
                </a:solidFill>
                <a:effectLst/>
                <a:uLnTx/>
                <a:uFillTx/>
                <a:latin typeface="+mn-lt"/>
              </a:defRPr>
            </a:lvl1pPr>
          </a:lstStyle>
          <a:p>
            <a:pPr marL="0" marR="0" lvl="0" indent="0" fontAlgn="auto">
              <a:spcAft>
                <a:spcPts val="0"/>
              </a:spcAft>
              <a:buClrTx/>
              <a:buSzTx/>
              <a:buFontTx/>
              <a:tabLst/>
            </a:pPr>
            <a:r>
              <a:rPr lang="en-US" dirty="0"/>
              <a:t>Divider Slide</a:t>
            </a:r>
            <a:endParaRPr lang="en-AU" dirty="0"/>
          </a:p>
        </p:txBody>
      </p:sp>
      <p:pic>
        <p:nvPicPr>
          <p:cNvPr id="6" name="Picture 5" descr="A white text on a black background&#10;&#10;Description automatically generated">
            <a:extLst>
              <a:ext uri="{FF2B5EF4-FFF2-40B4-BE49-F238E27FC236}">
                <a16:creationId xmlns:a16="http://schemas.microsoft.com/office/drawing/2014/main" id="{F53D0953-C19C-20ED-4088-B0B7C33A86C8}"/>
              </a:ext>
            </a:extLst>
          </p:cNvPr>
          <p:cNvPicPr>
            <a:picLocks noChangeAspect="1"/>
          </p:cNvPicPr>
          <p:nvPr userDrawn="1"/>
        </p:nvPicPr>
        <p:blipFill>
          <a:blip r:embed="rId2"/>
          <a:stretch>
            <a:fillRect/>
          </a:stretch>
        </p:blipFill>
        <p:spPr>
          <a:xfrm>
            <a:off x="9799983" y="393370"/>
            <a:ext cx="1968406" cy="634151"/>
          </a:xfrm>
          <a:prstGeom prst="rect">
            <a:avLst/>
          </a:prstGeom>
        </p:spPr>
      </p:pic>
    </p:spTree>
    <p:extLst>
      <p:ext uri="{BB962C8B-B14F-4D97-AF65-F5344CB8AC3E}">
        <p14:creationId xmlns:p14="http://schemas.microsoft.com/office/powerpoint/2010/main" val="7717006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2DB2C94B-2557-442B-9A14-97C40CD6AB85}"/>
              </a:ext>
            </a:extLst>
          </p:cNvPr>
          <p:cNvSpPr>
            <a:spLocks noGrp="1"/>
          </p:cNvSpPr>
          <p:nvPr>
            <p:ph sz="quarter" idx="10"/>
          </p:nvPr>
        </p:nvSpPr>
        <p:spPr>
          <a:xfrm>
            <a:off x="695326" y="2030400"/>
            <a:ext cx="9577138" cy="4063640"/>
          </a:xfrm>
          <a:prstGeom prst="rect">
            <a:avLst/>
          </a:prstGeom>
        </p:spPr>
        <p:txBody>
          <a:bodyPr vert="horz" lIns="0" tIns="0" rIns="0" bIns="0" rtlCol="0">
            <a:noAutofit/>
          </a:bodyPr>
          <a:lstStyle>
            <a:lvl1pPr>
              <a:lnSpc>
                <a:spcPct val="100000"/>
              </a:lnSpc>
              <a:spcAft>
                <a:spcPts val="1200"/>
              </a:spcAft>
              <a:defRPr lang="en-US" sz="1400" dirty="0"/>
            </a:lvl1pPr>
            <a:lvl2pPr>
              <a:lnSpc>
                <a:spcPct val="100000"/>
              </a:lnSpc>
              <a:spcAft>
                <a:spcPts val="1200"/>
              </a:spcAft>
              <a:defRPr lang="en-US" sz="1400" dirty="0"/>
            </a:lvl2pPr>
            <a:lvl3pPr>
              <a:lnSpc>
                <a:spcPct val="100000"/>
              </a:lnSpc>
              <a:spcAft>
                <a:spcPts val="1200"/>
              </a:spcAft>
              <a:defRPr lang="en-US" sz="1400" dirty="0"/>
            </a:lvl3pPr>
            <a:lvl4pPr>
              <a:lnSpc>
                <a:spcPct val="100000"/>
              </a:lnSpc>
              <a:spcAft>
                <a:spcPts val="1200"/>
              </a:spcAft>
              <a:defRPr lang="en-US" sz="1400" dirty="0"/>
            </a:lvl4pPr>
            <a:lvl5pPr>
              <a:lnSpc>
                <a:spcPct val="100000"/>
              </a:lnSpc>
              <a:spcAft>
                <a:spcPts val="1200"/>
              </a:spcAft>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3">
            <a:extLst>
              <a:ext uri="{FF2B5EF4-FFF2-40B4-BE49-F238E27FC236}">
                <a16:creationId xmlns:a16="http://schemas.microsoft.com/office/drawing/2014/main" id="{5184708F-CDEB-4FFB-9113-878D6AE04045}"/>
              </a:ext>
            </a:extLst>
          </p:cNvPr>
          <p:cNvSpPr>
            <a:spLocks noGrp="1"/>
          </p:cNvSpPr>
          <p:nvPr>
            <p:ph type="title"/>
          </p:nvPr>
        </p:nvSpPr>
        <p:spPr>
          <a:xfrm>
            <a:off x="695326" y="763960"/>
            <a:ext cx="9577138" cy="469056"/>
          </a:xfrm>
        </p:spPr>
        <p:txBody>
          <a:bodyPr/>
          <a:lstStyle>
            <a:lvl1pPr>
              <a:defRPr sz="3600"/>
            </a:lvl1pPr>
          </a:lstStyle>
          <a:p>
            <a:r>
              <a:rPr lang="en-US" dirty="0"/>
              <a:t>Click to edit Master title style</a:t>
            </a:r>
            <a:endParaRPr lang="en-AU" dirty="0"/>
          </a:p>
        </p:txBody>
      </p:sp>
      <p:sp>
        <p:nvSpPr>
          <p:cNvPr id="5" name="Footer Placeholder 4">
            <a:extLst>
              <a:ext uri="{FF2B5EF4-FFF2-40B4-BE49-F238E27FC236}">
                <a16:creationId xmlns:a16="http://schemas.microsoft.com/office/drawing/2014/main" id="{246DB8A7-6976-473B-BF64-0813975EEBBB}"/>
              </a:ext>
            </a:extLst>
          </p:cNvPr>
          <p:cNvSpPr>
            <a:spLocks noGrp="1"/>
          </p:cNvSpPr>
          <p:nvPr>
            <p:ph type="ftr" sz="quarter" idx="17"/>
          </p:nvPr>
        </p:nvSpPr>
        <p:spPr/>
        <p:txBody>
          <a:bodyPr/>
          <a:lstStyle/>
          <a:p>
            <a:endParaRPr lang="en-AU" dirty="0"/>
          </a:p>
        </p:txBody>
      </p:sp>
      <p:sp>
        <p:nvSpPr>
          <p:cNvPr id="7" name="Slide Number Placeholder 6">
            <a:extLst>
              <a:ext uri="{FF2B5EF4-FFF2-40B4-BE49-F238E27FC236}">
                <a16:creationId xmlns:a16="http://schemas.microsoft.com/office/drawing/2014/main" id="{C50E6DF7-2887-45E5-8CD1-2FCDFD70911D}"/>
              </a:ext>
            </a:extLst>
          </p:cNvPr>
          <p:cNvSpPr>
            <a:spLocks noGrp="1"/>
          </p:cNvSpPr>
          <p:nvPr>
            <p:ph type="sldNum" sz="quarter" idx="18"/>
          </p:nvPr>
        </p:nvSpPr>
        <p:spPr/>
        <p:txBody>
          <a:bodyPr/>
          <a:lstStyle/>
          <a:p>
            <a:fld id="{E917DE0E-AFB1-41FD-BC35-27DB61CA125F}" type="slidenum">
              <a:rPr lang="en-AU" smtClean="0"/>
              <a:pPr/>
              <a:t>‹#›</a:t>
            </a:fld>
            <a:endParaRPr lang="en-AU" dirty="0"/>
          </a:p>
        </p:txBody>
      </p:sp>
      <p:sp>
        <p:nvSpPr>
          <p:cNvPr id="15" name="Text Placeholder 5">
            <a:extLst>
              <a:ext uri="{FF2B5EF4-FFF2-40B4-BE49-F238E27FC236}">
                <a16:creationId xmlns:a16="http://schemas.microsoft.com/office/drawing/2014/main" id="{243CB3D8-2629-4424-B4A4-6246A0F1B642}"/>
              </a:ext>
            </a:extLst>
          </p:cNvPr>
          <p:cNvSpPr>
            <a:spLocks noGrp="1"/>
          </p:cNvSpPr>
          <p:nvPr>
            <p:ph type="body" sz="quarter" idx="31" hasCustomPrompt="1"/>
          </p:nvPr>
        </p:nvSpPr>
        <p:spPr>
          <a:xfrm>
            <a:off x="695325" y="1364400"/>
            <a:ext cx="9576000" cy="506132"/>
          </a:xfrm>
          <a:prstGeom prst="rect">
            <a:avLst/>
          </a:prstGeom>
        </p:spPr>
        <p:txBody>
          <a:bodyPr>
            <a:noAutofit/>
          </a:bodyPr>
          <a:lstStyle>
            <a:lvl1pPr>
              <a:lnSpc>
                <a:spcPct val="100000"/>
              </a:lnSpc>
              <a:defRPr sz="1600" b="0">
                <a:solidFill>
                  <a:schemeClr val="tx2"/>
                </a:solidFill>
              </a:defRPr>
            </a:lvl1pPr>
            <a:lvl2pPr marL="612" indent="0">
              <a:buNone/>
              <a:defRPr/>
            </a:lvl2pPr>
          </a:lstStyle>
          <a:p>
            <a:pPr lvl="0"/>
            <a:r>
              <a:rPr lang="en-US" dirty="0"/>
              <a:t>[Subtitle]</a:t>
            </a:r>
          </a:p>
        </p:txBody>
      </p:sp>
    </p:spTree>
    <p:extLst>
      <p:ext uri="{BB962C8B-B14F-4D97-AF65-F5344CB8AC3E}">
        <p14:creationId xmlns:p14="http://schemas.microsoft.com/office/powerpoint/2010/main" val="17407593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9" name="Footer Placeholder 8">
            <a:extLst>
              <a:ext uri="{FF2B5EF4-FFF2-40B4-BE49-F238E27FC236}">
                <a16:creationId xmlns:a16="http://schemas.microsoft.com/office/drawing/2014/main" id="{F8BF24CA-767B-442B-A672-6C630273E4EA}"/>
              </a:ext>
            </a:extLst>
          </p:cNvPr>
          <p:cNvSpPr>
            <a:spLocks noGrp="1"/>
          </p:cNvSpPr>
          <p:nvPr>
            <p:ph type="ftr" sz="quarter" idx="17"/>
          </p:nvPr>
        </p:nvSpPr>
        <p:spPr/>
        <p:txBody>
          <a:bodyPr/>
          <a:lstStyle/>
          <a:p>
            <a:endParaRPr lang="en-AU" dirty="0"/>
          </a:p>
        </p:txBody>
      </p:sp>
      <p:sp>
        <p:nvSpPr>
          <p:cNvPr id="13" name="Slide Number Placeholder 12">
            <a:extLst>
              <a:ext uri="{FF2B5EF4-FFF2-40B4-BE49-F238E27FC236}">
                <a16:creationId xmlns:a16="http://schemas.microsoft.com/office/drawing/2014/main" id="{85B269D8-1308-43E9-B2BF-264F017F03A8}"/>
              </a:ext>
            </a:extLst>
          </p:cNvPr>
          <p:cNvSpPr>
            <a:spLocks noGrp="1"/>
          </p:cNvSpPr>
          <p:nvPr>
            <p:ph type="sldNum" sz="quarter" idx="18"/>
          </p:nvPr>
        </p:nvSpPr>
        <p:spPr/>
        <p:txBody>
          <a:bodyPr/>
          <a:lstStyle/>
          <a:p>
            <a:fld id="{E917DE0E-AFB1-41FD-BC35-27DB61CA125F}" type="slidenum">
              <a:rPr lang="en-AU" smtClean="0"/>
              <a:pPr/>
              <a:t>‹#›</a:t>
            </a:fld>
            <a:endParaRPr lang="en-AU" dirty="0"/>
          </a:p>
        </p:txBody>
      </p:sp>
      <p:sp>
        <p:nvSpPr>
          <p:cNvPr id="14" name="Content Placeholder 9">
            <a:extLst>
              <a:ext uri="{FF2B5EF4-FFF2-40B4-BE49-F238E27FC236}">
                <a16:creationId xmlns:a16="http://schemas.microsoft.com/office/drawing/2014/main" id="{25329E0A-327E-4475-ACC4-637C24D9D6D8}"/>
              </a:ext>
            </a:extLst>
          </p:cNvPr>
          <p:cNvSpPr>
            <a:spLocks noGrp="1"/>
          </p:cNvSpPr>
          <p:nvPr>
            <p:ph sz="quarter" idx="10"/>
          </p:nvPr>
        </p:nvSpPr>
        <p:spPr>
          <a:xfrm>
            <a:off x="695326" y="2030400"/>
            <a:ext cx="5040000" cy="3956400"/>
          </a:xfrm>
          <a:prstGeom prst="rect">
            <a:avLst/>
          </a:prstGeom>
        </p:spPr>
        <p:txBody>
          <a:bodyPr vert="horz" lIns="0" tIns="0" rIns="0" bIns="0" rtlCol="0">
            <a:noAutofit/>
          </a:bodyPr>
          <a:lstStyle>
            <a:lvl1pPr>
              <a:lnSpc>
                <a:spcPct val="100000"/>
              </a:lnSpc>
              <a:spcAft>
                <a:spcPts val="1200"/>
              </a:spcAft>
              <a:defRPr lang="en-US" sz="1400" dirty="0"/>
            </a:lvl1pPr>
            <a:lvl2pPr>
              <a:lnSpc>
                <a:spcPct val="100000"/>
              </a:lnSpc>
              <a:spcAft>
                <a:spcPts val="1200"/>
              </a:spcAft>
              <a:defRPr lang="en-US" sz="1400" dirty="0"/>
            </a:lvl2pPr>
            <a:lvl3pPr>
              <a:lnSpc>
                <a:spcPct val="100000"/>
              </a:lnSpc>
              <a:spcAft>
                <a:spcPts val="1200"/>
              </a:spcAft>
              <a:defRPr lang="en-US" sz="1400" dirty="0"/>
            </a:lvl3pPr>
            <a:lvl4pPr>
              <a:lnSpc>
                <a:spcPct val="100000"/>
              </a:lnSpc>
              <a:spcAft>
                <a:spcPts val="1200"/>
              </a:spcAft>
              <a:defRPr lang="en-US" sz="1400" dirty="0"/>
            </a:lvl4pPr>
            <a:lvl5pPr>
              <a:lnSpc>
                <a:spcPct val="100000"/>
              </a:lnSpc>
              <a:spcAft>
                <a:spcPts val="1200"/>
              </a:spcAft>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itle 3">
            <a:extLst>
              <a:ext uri="{FF2B5EF4-FFF2-40B4-BE49-F238E27FC236}">
                <a16:creationId xmlns:a16="http://schemas.microsoft.com/office/drawing/2014/main" id="{96221FCF-FD80-4F6D-8DA9-9317EBC3BD65}"/>
              </a:ext>
            </a:extLst>
          </p:cNvPr>
          <p:cNvSpPr>
            <a:spLocks noGrp="1"/>
          </p:cNvSpPr>
          <p:nvPr>
            <p:ph type="title"/>
          </p:nvPr>
        </p:nvSpPr>
        <p:spPr>
          <a:xfrm>
            <a:off x="695325" y="763200"/>
            <a:ext cx="9576000" cy="469056"/>
          </a:xfrm>
        </p:spPr>
        <p:txBody>
          <a:bodyPr/>
          <a:lstStyle>
            <a:lvl1pPr>
              <a:defRPr sz="3600"/>
            </a:lvl1pPr>
          </a:lstStyle>
          <a:p>
            <a:r>
              <a:rPr lang="en-US" dirty="0"/>
              <a:t>Click to edit Master title style</a:t>
            </a:r>
            <a:endParaRPr lang="en-AU" dirty="0"/>
          </a:p>
        </p:txBody>
      </p:sp>
      <p:sp>
        <p:nvSpPr>
          <p:cNvPr id="16" name="Text Placeholder 5">
            <a:extLst>
              <a:ext uri="{FF2B5EF4-FFF2-40B4-BE49-F238E27FC236}">
                <a16:creationId xmlns:a16="http://schemas.microsoft.com/office/drawing/2014/main" id="{3A4F1765-68C5-44D1-A98C-B4F4A28FB056}"/>
              </a:ext>
            </a:extLst>
          </p:cNvPr>
          <p:cNvSpPr>
            <a:spLocks noGrp="1"/>
          </p:cNvSpPr>
          <p:nvPr>
            <p:ph type="body" sz="quarter" idx="31" hasCustomPrompt="1"/>
          </p:nvPr>
        </p:nvSpPr>
        <p:spPr>
          <a:xfrm>
            <a:off x="695325" y="1364400"/>
            <a:ext cx="9576000" cy="506132"/>
          </a:xfrm>
          <a:prstGeom prst="rect">
            <a:avLst/>
          </a:prstGeom>
        </p:spPr>
        <p:txBody>
          <a:bodyPr>
            <a:noAutofit/>
          </a:bodyPr>
          <a:lstStyle>
            <a:lvl1pPr>
              <a:lnSpc>
                <a:spcPct val="100000"/>
              </a:lnSpc>
              <a:defRPr sz="1600" b="0">
                <a:solidFill>
                  <a:schemeClr val="tx2"/>
                </a:solidFill>
              </a:defRPr>
            </a:lvl1pPr>
            <a:lvl2pPr marL="612" indent="0">
              <a:buNone/>
              <a:defRPr/>
            </a:lvl2pPr>
          </a:lstStyle>
          <a:p>
            <a:pPr lvl="0"/>
            <a:r>
              <a:rPr lang="en-US" dirty="0"/>
              <a:t>[Subtitle]</a:t>
            </a:r>
          </a:p>
        </p:txBody>
      </p:sp>
      <p:sp>
        <p:nvSpPr>
          <p:cNvPr id="17" name="Content Placeholder 9">
            <a:extLst>
              <a:ext uri="{FF2B5EF4-FFF2-40B4-BE49-F238E27FC236}">
                <a16:creationId xmlns:a16="http://schemas.microsoft.com/office/drawing/2014/main" id="{19D46B37-73CD-4FCA-A759-8E2A51429F98}"/>
              </a:ext>
            </a:extLst>
          </p:cNvPr>
          <p:cNvSpPr>
            <a:spLocks noGrp="1"/>
          </p:cNvSpPr>
          <p:nvPr>
            <p:ph sz="quarter" idx="32"/>
          </p:nvPr>
        </p:nvSpPr>
        <p:spPr>
          <a:xfrm>
            <a:off x="6456600" y="2009931"/>
            <a:ext cx="5040000" cy="3956400"/>
          </a:xfrm>
          <a:prstGeom prst="rect">
            <a:avLst/>
          </a:prstGeom>
        </p:spPr>
        <p:txBody>
          <a:bodyPr vert="horz" lIns="0" tIns="0" rIns="0" bIns="0" rtlCol="0">
            <a:noAutofit/>
          </a:bodyPr>
          <a:lstStyle>
            <a:lvl1pPr>
              <a:lnSpc>
                <a:spcPct val="100000"/>
              </a:lnSpc>
              <a:spcAft>
                <a:spcPts val="1200"/>
              </a:spcAft>
              <a:defRPr lang="en-US" sz="1400" dirty="0"/>
            </a:lvl1pPr>
            <a:lvl2pPr>
              <a:lnSpc>
                <a:spcPct val="100000"/>
              </a:lnSpc>
              <a:spcAft>
                <a:spcPts val="1200"/>
              </a:spcAft>
              <a:defRPr lang="en-US" sz="1400" dirty="0"/>
            </a:lvl2pPr>
            <a:lvl3pPr>
              <a:lnSpc>
                <a:spcPct val="100000"/>
              </a:lnSpc>
              <a:spcAft>
                <a:spcPts val="1200"/>
              </a:spcAft>
              <a:defRPr lang="en-US" sz="1400" dirty="0"/>
            </a:lvl3pPr>
            <a:lvl4pPr>
              <a:lnSpc>
                <a:spcPct val="100000"/>
              </a:lnSpc>
              <a:spcAft>
                <a:spcPts val="1200"/>
              </a:spcAft>
              <a:defRPr lang="en-US" sz="1400" dirty="0"/>
            </a:lvl4pPr>
            <a:lvl5pPr>
              <a:lnSpc>
                <a:spcPct val="100000"/>
              </a:lnSpc>
              <a:spcAft>
                <a:spcPts val="1200"/>
              </a:spcAft>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6878101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hree content layout">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6EBC9286-B8FB-4658-B210-6BC87EB1E2EB}"/>
              </a:ext>
            </a:extLst>
          </p:cNvPr>
          <p:cNvSpPr>
            <a:spLocks noGrp="1"/>
          </p:cNvSpPr>
          <p:nvPr>
            <p:ph type="ftr" sz="quarter" idx="17"/>
          </p:nvPr>
        </p:nvSpPr>
        <p:spPr/>
        <p:txBody>
          <a:bodyPr/>
          <a:lstStyle/>
          <a:p>
            <a:endParaRPr lang="en-AU" dirty="0"/>
          </a:p>
        </p:txBody>
      </p:sp>
      <p:sp>
        <p:nvSpPr>
          <p:cNvPr id="5" name="Slide Number Placeholder 4">
            <a:extLst>
              <a:ext uri="{FF2B5EF4-FFF2-40B4-BE49-F238E27FC236}">
                <a16:creationId xmlns:a16="http://schemas.microsoft.com/office/drawing/2014/main" id="{D8026DBB-B46A-4BB1-A99E-4F99BBBFE3FF}"/>
              </a:ext>
            </a:extLst>
          </p:cNvPr>
          <p:cNvSpPr>
            <a:spLocks noGrp="1"/>
          </p:cNvSpPr>
          <p:nvPr>
            <p:ph type="sldNum" sz="quarter" idx="18"/>
          </p:nvPr>
        </p:nvSpPr>
        <p:spPr/>
        <p:txBody>
          <a:bodyPr/>
          <a:lstStyle/>
          <a:p>
            <a:fld id="{E917DE0E-AFB1-41FD-BC35-27DB61CA125F}" type="slidenum">
              <a:rPr lang="en-AU" smtClean="0"/>
              <a:pPr/>
              <a:t>‹#›</a:t>
            </a:fld>
            <a:endParaRPr lang="en-AU" dirty="0"/>
          </a:p>
        </p:txBody>
      </p:sp>
      <p:sp>
        <p:nvSpPr>
          <p:cNvPr id="11" name="Content Placeholder 9">
            <a:extLst>
              <a:ext uri="{FF2B5EF4-FFF2-40B4-BE49-F238E27FC236}">
                <a16:creationId xmlns:a16="http://schemas.microsoft.com/office/drawing/2014/main" id="{D5477FFC-1C60-4E3E-BD15-C245B1FFD794}"/>
              </a:ext>
            </a:extLst>
          </p:cNvPr>
          <p:cNvSpPr>
            <a:spLocks noGrp="1"/>
          </p:cNvSpPr>
          <p:nvPr>
            <p:ph sz="quarter" idx="10"/>
          </p:nvPr>
        </p:nvSpPr>
        <p:spPr>
          <a:xfrm>
            <a:off x="695326" y="2030400"/>
            <a:ext cx="3384549" cy="4064400"/>
          </a:xfrm>
          <a:prstGeom prst="rect">
            <a:avLst/>
          </a:prstGeom>
        </p:spPr>
        <p:txBody>
          <a:bodyPr vert="horz" lIns="0" tIns="0" rIns="0" bIns="0" rtlCol="0">
            <a:noAutofit/>
          </a:bodyPr>
          <a:lstStyle>
            <a:lvl1pPr>
              <a:lnSpc>
                <a:spcPct val="100000"/>
              </a:lnSpc>
              <a:spcAft>
                <a:spcPts val="1200"/>
              </a:spcAft>
              <a:defRPr lang="en-US" sz="1400" dirty="0"/>
            </a:lvl1pPr>
            <a:lvl2pPr>
              <a:lnSpc>
                <a:spcPct val="100000"/>
              </a:lnSpc>
              <a:spcAft>
                <a:spcPts val="1200"/>
              </a:spcAft>
              <a:defRPr lang="en-US" sz="1400" dirty="0"/>
            </a:lvl2pPr>
            <a:lvl3pPr>
              <a:lnSpc>
                <a:spcPct val="100000"/>
              </a:lnSpc>
              <a:spcAft>
                <a:spcPts val="1200"/>
              </a:spcAft>
              <a:defRPr lang="en-US" sz="1400" dirty="0"/>
            </a:lvl3pPr>
            <a:lvl4pPr>
              <a:lnSpc>
                <a:spcPct val="100000"/>
              </a:lnSpc>
              <a:spcAft>
                <a:spcPts val="1200"/>
              </a:spcAft>
              <a:defRPr lang="en-US" sz="1400" dirty="0"/>
            </a:lvl4pPr>
            <a:lvl5pPr>
              <a:lnSpc>
                <a:spcPct val="100000"/>
              </a:lnSpc>
              <a:spcAft>
                <a:spcPts val="1200"/>
              </a:spcAft>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itle 3">
            <a:extLst>
              <a:ext uri="{FF2B5EF4-FFF2-40B4-BE49-F238E27FC236}">
                <a16:creationId xmlns:a16="http://schemas.microsoft.com/office/drawing/2014/main" id="{1B4F150F-D503-4CDA-B1CD-C63C713F08DD}"/>
              </a:ext>
            </a:extLst>
          </p:cNvPr>
          <p:cNvSpPr>
            <a:spLocks noGrp="1"/>
          </p:cNvSpPr>
          <p:nvPr>
            <p:ph type="title"/>
          </p:nvPr>
        </p:nvSpPr>
        <p:spPr>
          <a:xfrm>
            <a:off x="695325" y="763200"/>
            <a:ext cx="9576000" cy="469056"/>
          </a:xfrm>
        </p:spPr>
        <p:txBody>
          <a:bodyPr/>
          <a:lstStyle>
            <a:lvl1pPr>
              <a:defRPr sz="3600"/>
            </a:lvl1pPr>
          </a:lstStyle>
          <a:p>
            <a:r>
              <a:rPr lang="en-US" dirty="0"/>
              <a:t>Click to edit Master title style</a:t>
            </a:r>
            <a:endParaRPr lang="en-AU" dirty="0"/>
          </a:p>
        </p:txBody>
      </p:sp>
      <p:sp>
        <p:nvSpPr>
          <p:cNvPr id="16" name="Text Placeholder 5">
            <a:extLst>
              <a:ext uri="{FF2B5EF4-FFF2-40B4-BE49-F238E27FC236}">
                <a16:creationId xmlns:a16="http://schemas.microsoft.com/office/drawing/2014/main" id="{B1062EBB-320C-4A28-8445-B54D03FB6526}"/>
              </a:ext>
            </a:extLst>
          </p:cNvPr>
          <p:cNvSpPr>
            <a:spLocks noGrp="1"/>
          </p:cNvSpPr>
          <p:nvPr>
            <p:ph type="body" sz="quarter" idx="31" hasCustomPrompt="1"/>
          </p:nvPr>
        </p:nvSpPr>
        <p:spPr>
          <a:xfrm>
            <a:off x="695325" y="1364400"/>
            <a:ext cx="9576000" cy="506132"/>
          </a:xfrm>
          <a:prstGeom prst="rect">
            <a:avLst/>
          </a:prstGeom>
        </p:spPr>
        <p:txBody>
          <a:bodyPr>
            <a:noAutofit/>
          </a:bodyPr>
          <a:lstStyle>
            <a:lvl1pPr>
              <a:lnSpc>
                <a:spcPct val="100000"/>
              </a:lnSpc>
              <a:defRPr sz="1600" b="0">
                <a:solidFill>
                  <a:schemeClr val="tx2"/>
                </a:solidFill>
              </a:defRPr>
            </a:lvl1pPr>
            <a:lvl2pPr marL="612" indent="0">
              <a:buNone/>
              <a:defRPr/>
            </a:lvl2pPr>
          </a:lstStyle>
          <a:p>
            <a:pPr lvl="0"/>
            <a:r>
              <a:rPr lang="en-US" dirty="0"/>
              <a:t>[Subtitle]</a:t>
            </a:r>
          </a:p>
        </p:txBody>
      </p:sp>
      <p:sp>
        <p:nvSpPr>
          <p:cNvPr id="17" name="Content Placeholder 9">
            <a:extLst>
              <a:ext uri="{FF2B5EF4-FFF2-40B4-BE49-F238E27FC236}">
                <a16:creationId xmlns:a16="http://schemas.microsoft.com/office/drawing/2014/main" id="{32DE93C6-3639-468D-9B77-79E3174023A6}"/>
              </a:ext>
            </a:extLst>
          </p:cNvPr>
          <p:cNvSpPr>
            <a:spLocks noGrp="1"/>
          </p:cNvSpPr>
          <p:nvPr>
            <p:ph sz="quarter" idx="32"/>
          </p:nvPr>
        </p:nvSpPr>
        <p:spPr>
          <a:xfrm>
            <a:off x="4410076" y="2030400"/>
            <a:ext cx="3384549" cy="4064400"/>
          </a:xfrm>
          <a:prstGeom prst="rect">
            <a:avLst/>
          </a:prstGeom>
        </p:spPr>
        <p:txBody>
          <a:bodyPr vert="horz" lIns="0" tIns="0" rIns="0" bIns="0" rtlCol="0">
            <a:noAutofit/>
          </a:bodyPr>
          <a:lstStyle>
            <a:lvl1pPr>
              <a:lnSpc>
                <a:spcPct val="100000"/>
              </a:lnSpc>
              <a:spcAft>
                <a:spcPts val="1200"/>
              </a:spcAft>
              <a:defRPr lang="en-US" sz="1400" dirty="0"/>
            </a:lvl1pPr>
            <a:lvl2pPr>
              <a:lnSpc>
                <a:spcPct val="100000"/>
              </a:lnSpc>
              <a:spcAft>
                <a:spcPts val="1200"/>
              </a:spcAft>
              <a:defRPr lang="en-US" sz="1400" dirty="0"/>
            </a:lvl2pPr>
            <a:lvl3pPr>
              <a:lnSpc>
                <a:spcPct val="100000"/>
              </a:lnSpc>
              <a:spcAft>
                <a:spcPts val="1200"/>
              </a:spcAft>
              <a:defRPr lang="en-US" sz="1400" dirty="0"/>
            </a:lvl3pPr>
            <a:lvl4pPr>
              <a:lnSpc>
                <a:spcPct val="100000"/>
              </a:lnSpc>
              <a:spcAft>
                <a:spcPts val="1200"/>
              </a:spcAft>
              <a:defRPr lang="en-US" sz="1400" dirty="0"/>
            </a:lvl4pPr>
            <a:lvl5pPr>
              <a:lnSpc>
                <a:spcPct val="100000"/>
              </a:lnSpc>
              <a:spcAft>
                <a:spcPts val="1200"/>
              </a:spcAft>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Content Placeholder 9">
            <a:extLst>
              <a:ext uri="{FF2B5EF4-FFF2-40B4-BE49-F238E27FC236}">
                <a16:creationId xmlns:a16="http://schemas.microsoft.com/office/drawing/2014/main" id="{491BB866-7B21-4CA7-A97B-BF804B3184F9}"/>
              </a:ext>
            </a:extLst>
          </p:cNvPr>
          <p:cNvSpPr>
            <a:spLocks noGrp="1"/>
          </p:cNvSpPr>
          <p:nvPr>
            <p:ph sz="quarter" idx="33"/>
          </p:nvPr>
        </p:nvSpPr>
        <p:spPr>
          <a:xfrm>
            <a:off x="8124826" y="2030400"/>
            <a:ext cx="3384549" cy="4064400"/>
          </a:xfrm>
          <a:prstGeom prst="rect">
            <a:avLst/>
          </a:prstGeom>
        </p:spPr>
        <p:txBody>
          <a:bodyPr vert="horz" lIns="0" tIns="0" rIns="0" bIns="0" rtlCol="0">
            <a:noAutofit/>
          </a:bodyPr>
          <a:lstStyle>
            <a:lvl1pPr>
              <a:lnSpc>
                <a:spcPct val="100000"/>
              </a:lnSpc>
              <a:spcAft>
                <a:spcPts val="1200"/>
              </a:spcAft>
              <a:defRPr lang="en-US" sz="1400" dirty="0"/>
            </a:lvl1pPr>
            <a:lvl2pPr>
              <a:lnSpc>
                <a:spcPct val="100000"/>
              </a:lnSpc>
              <a:spcAft>
                <a:spcPts val="1200"/>
              </a:spcAft>
              <a:defRPr lang="en-US" sz="1400" dirty="0"/>
            </a:lvl2pPr>
            <a:lvl3pPr>
              <a:lnSpc>
                <a:spcPct val="100000"/>
              </a:lnSpc>
              <a:spcAft>
                <a:spcPts val="1200"/>
              </a:spcAft>
              <a:defRPr lang="en-US" sz="1400" dirty="0"/>
            </a:lvl3pPr>
            <a:lvl4pPr>
              <a:lnSpc>
                <a:spcPct val="100000"/>
              </a:lnSpc>
              <a:spcAft>
                <a:spcPts val="1200"/>
              </a:spcAft>
              <a:defRPr lang="en-US" sz="1400" dirty="0"/>
            </a:lvl4pPr>
            <a:lvl5pPr>
              <a:lnSpc>
                <a:spcPct val="100000"/>
              </a:lnSpc>
              <a:spcAft>
                <a:spcPts val="1200"/>
              </a:spcAft>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1760607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Icons + two contents">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EC532FC-7828-49E7-B6EF-06CAF53DDA64}"/>
              </a:ext>
            </a:extLst>
          </p:cNvPr>
          <p:cNvSpPr/>
          <p:nvPr userDrawn="1"/>
        </p:nvSpPr>
        <p:spPr>
          <a:xfrm>
            <a:off x="8112125" y="0"/>
            <a:ext cx="4079875" cy="6858000"/>
          </a:xfrm>
          <a:prstGeom prst="rect">
            <a:avLst/>
          </a:prstGeom>
          <a:gradFill>
            <a:gsLst>
              <a:gs pos="34000">
                <a:schemeClr val="accent1"/>
              </a:gs>
              <a:gs pos="0">
                <a:schemeClr val="accent2"/>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ooter Placeholder 3">
            <a:extLst>
              <a:ext uri="{FF2B5EF4-FFF2-40B4-BE49-F238E27FC236}">
                <a16:creationId xmlns:a16="http://schemas.microsoft.com/office/drawing/2014/main" id="{6EBC9286-B8FB-4658-B210-6BC87EB1E2EB}"/>
              </a:ext>
            </a:extLst>
          </p:cNvPr>
          <p:cNvSpPr>
            <a:spLocks noGrp="1"/>
          </p:cNvSpPr>
          <p:nvPr>
            <p:ph type="ftr" sz="quarter" idx="17"/>
          </p:nvPr>
        </p:nvSpPr>
        <p:spPr/>
        <p:txBody>
          <a:bodyPr/>
          <a:lstStyle>
            <a:lvl1pPr>
              <a:defRPr>
                <a:solidFill>
                  <a:schemeClr val="bg1"/>
                </a:solidFill>
              </a:defRPr>
            </a:lvl1pPr>
          </a:lstStyle>
          <a:p>
            <a:endParaRPr lang="en-AU" dirty="0"/>
          </a:p>
        </p:txBody>
      </p:sp>
      <p:sp>
        <p:nvSpPr>
          <p:cNvPr id="5" name="Slide Number Placeholder 4">
            <a:extLst>
              <a:ext uri="{FF2B5EF4-FFF2-40B4-BE49-F238E27FC236}">
                <a16:creationId xmlns:a16="http://schemas.microsoft.com/office/drawing/2014/main" id="{D8026DBB-B46A-4BB1-A99E-4F99BBBFE3FF}"/>
              </a:ext>
            </a:extLst>
          </p:cNvPr>
          <p:cNvSpPr>
            <a:spLocks noGrp="1"/>
          </p:cNvSpPr>
          <p:nvPr>
            <p:ph type="sldNum" sz="quarter" idx="18"/>
          </p:nvPr>
        </p:nvSpPr>
        <p:spPr/>
        <p:txBody>
          <a:bodyPr/>
          <a:lstStyle/>
          <a:p>
            <a:fld id="{E917DE0E-AFB1-41FD-BC35-27DB61CA125F}" type="slidenum">
              <a:rPr lang="en-AU" smtClean="0"/>
              <a:pPr/>
              <a:t>‹#›</a:t>
            </a:fld>
            <a:endParaRPr lang="en-AU" dirty="0"/>
          </a:p>
        </p:txBody>
      </p:sp>
      <p:sp>
        <p:nvSpPr>
          <p:cNvPr id="11" name="Content Placeholder 9">
            <a:extLst>
              <a:ext uri="{FF2B5EF4-FFF2-40B4-BE49-F238E27FC236}">
                <a16:creationId xmlns:a16="http://schemas.microsoft.com/office/drawing/2014/main" id="{D5477FFC-1C60-4E3E-BD15-C245B1FFD794}"/>
              </a:ext>
            </a:extLst>
          </p:cNvPr>
          <p:cNvSpPr>
            <a:spLocks noGrp="1"/>
          </p:cNvSpPr>
          <p:nvPr>
            <p:ph sz="quarter" idx="10"/>
          </p:nvPr>
        </p:nvSpPr>
        <p:spPr>
          <a:xfrm>
            <a:off x="8544273" y="2032712"/>
            <a:ext cx="3273078" cy="3340504"/>
          </a:xfrm>
          <a:prstGeom prst="rect">
            <a:avLst/>
          </a:prstGeom>
        </p:spPr>
        <p:txBody>
          <a:bodyPr vert="horz" lIns="0" tIns="0" rIns="0" bIns="0" rtlCol="0">
            <a:noAutofit/>
          </a:bodyPr>
          <a:lstStyle>
            <a:lvl1pPr>
              <a:lnSpc>
                <a:spcPct val="110000"/>
              </a:lnSpc>
              <a:spcBef>
                <a:spcPts val="0"/>
              </a:spcBef>
              <a:spcAft>
                <a:spcPts val="0"/>
              </a:spcAft>
              <a:defRPr lang="en-US" sz="1400" dirty="0">
                <a:solidFill>
                  <a:schemeClr val="bg1"/>
                </a:solidFill>
              </a:defRPr>
            </a:lvl1pPr>
            <a:lvl2pPr>
              <a:lnSpc>
                <a:spcPct val="110000"/>
              </a:lnSpc>
              <a:spcBef>
                <a:spcPts val="0"/>
              </a:spcBef>
              <a:spcAft>
                <a:spcPts val="0"/>
              </a:spcAft>
              <a:defRPr lang="en-US" sz="1400" dirty="0">
                <a:solidFill>
                  <a:schemeClr val="bg1"/>
                </a:solidFill>
              </a:defRPr>
            </a:lvl2pPr>
            <a:lvl3pPr>
              <a:defRPr lang="en-US" dirty="0">
                <a:solidFill>
                  <a:schemeClr val="bg1"/>
                </a:solidFill>
              </a:defRPr>
            </a:lvl3pPr>
            <a:lvl4pPr>
              <a:defRPr lang="en-US" dirty="0">
                <a:solidFill>
                  <a:schemeClr val="bg1"/>
                </a:solidFill>
              </a:defRPr>
            </a:lvl4pPr>
            <a:lvl5pPr>
              <a:defRPr lang="en-US" dirty="0">
                <a:solidFill>
                  <a:schemeClr val="bg1"/>
                </a:solidFill>
              </a:defRPr>
            </a:lvl5pPr>
          </a:lstStyle>
          <a:p>
            <a:pPr lvl="0"/>
            <a:r>
              <a:rPr lang="en-US" dirty="0"/>
              <a:t>Click to edit Master text styles</a:t>
            </a:r>
          </a:p>
          <a:p>
            <a:pPr lvl="1"/>
            <a:r>
              <a:rPr lang="en-US" dirty="0"/>
              <a:t>Second level</a:t>
            </a:r>
          </a:p>
        </p:txBody>
      </p:sp>
      <p:sp>
        <p:nvSpPr>
          <p:cNvPr id="14" name="Title 3">
            <a:extLst>
              <a:ext uri="{FF2B5EF4-FFF2-40B4-BE49-F238E27FC236}">
                <a16:creationId xmlns:a16="http://schemas.microsoft.com/office/drawing/2014/main" id="{1B4F150F-D503-4CDA-B1CD-C63C713F08DD}"/>
              </a:ext>
            </a:extLst>
          </p:cNvPr>
          <p:cNvSpPr>
            <a:spLocks noGrp="1"/>
          </p:cNvSpPr>
          <p:nvPr>
            <p:ph type="title"/>
          </p:nvPr>
        </p:nvSpPr>
        <p:spPr>
          <a:xfrm>
            <a:off x="695326" y="763200"/>
            <a:ext cx="7096126" cy="469056"/>
          </a:xfrm>
        </p:spPr>
        <p:txBody>
          <a:bodyPr/>
          <a:lstStyle/>
          <a:p>
            <a:r>
              <a:rPr lang="en-US" dirty="0"/>
              <a:t>Click to edit Master title style</a:t>
            </a:r>
            <a:endParaRPr lang="en-AU" dirty="0"/>
          </a:p>
        </p:txBody>
      </p:sp>
      <p:sp>
        <p:nvSpPr>
          <p:cNvPr id="16" name="Text Placeholder 5">
            <a:extLst>
              <a:ext uri="{FF2B5EF4-FFF2-40B4-BE49-F238E27FC236}">
                <a16:creationId xmlns:a16="http://schemas.microsoft.com/office/drawing/2014/main" id="{B1062EBB-320C-4A28-8445-B54D03FB6526}"/>
              </a:ext>
            </a:extLst>
          </p:cNvPr>
          <p:cNvSpPr>
            <a:spLocks noGrp="1"/>
          </p:cNvSpPr>
          <p:nvPr>
            <p:ph type="body" sz="quarter" idx="31" hasCustomPrompt="1"/>
          </p:nvPr>
        </p:nvSpPr>
        <p:spPr>
          <a:xfrm>
            <a:off x="695325" y="1364400"/>
            <a:ext cx="7096125" cy="506132"/>
          </a:xfrm>
          <a:prstGeom prst="rect">
            <a:avLst/>
          </a:prstGeom>
        </p:spPr>
        <p:txBody>
          <a:bodyPr>
            <a:noAutofit/>
          </a:bodyPr>
          <a:lstStyle>
            <a:lvl1pPr>
              <a:lnSpc>
                <a:spcPct val="100000"/>
              </a:lnSpc>
              <a:defRPr sz="1600" b="0">
                <a:solidFill>
                  <a:schemeClr val="tx2"/>
                </a:solidFill>
              </a:defRPr>
            </a:lvl1pPr>
            <a:lvl2pPr marL="612" indent="0">
              <a:buNone/>
              <a:defRPr/>
            </a:lvl2pPr>
          </a:lstStyle>
          <a:p>
            <a:pPr lvl="0"/>
            <a:r>
              <a:rPr lang="en-US" dirty="0"/>
              <a:t>[Subtitle]</a:t>
            </a:r>
          </a:p>
        </p:txBody>
      </p:sp>
      <p:sp>
        <p:nvSpPr>
          <p:cNvPr id="17" name="Content Placeholder 9">
            <a:extLst>
              <a:ext uri="{FF2B5EF4-FFF2-40B4-BE49-F238E27FC236}">
                <a16:creationId xmlns:a16="http://schemas.microsoft.com/office/drawing/2014/main" id="{32DE93C6-3639-468D-9B77-79E3174023A6}"/>
              </a:ext>
            </a:extLst>
          </p:cNvPr>
          <p:cNvSpPr>
            <a:spLocks noGrp="1"/>
          </p:cNvSpPr>
          <p:nvPr>
            <p:ph sz="quarter" idx="32"/>
          </p:nvPr>
        </p:nvSpPr>
        <p:spPr>
          <a:xfrm>
            <a:off x="704852" y="2030400"/>
            <a:ext cx="3384549" cy="3240086"/>
          </a:xfrm>
          <a:prstGeom prst="rect">
            <a:avLst/>
          </a:prstGeom>
        </p:spPr>
        <p:txBody>
          <a:bodyPr vert="horz" lIns="0" tIns="0" rIns="0" bIns="0" rtlCol="0">
            <a:noAutofit/>
          </a:bodyPr>
          <a:lstStyle>
            <a:lvl1pPr>
              <a:lnSpc>
                <a:spcPct val="100000"/>
              </a:lnSpc>
              <a:spcAft>
                <a:spcPts val="1200"/>
              </a:spcAft>
              <a:defRPr lang="en-US" sz="1400" dirty="0"/>
            </a:lvl1pPr>
            <a:lvl2pPr>
              <a:lnSpc>
                <a:spcPct val="100000"/>
              </a:lnSpc>
              <a:spcAft>
                <a:spcPts val="1200"/>
              </a:spcAft>
              <a:defRPr lang="en-US" sz="1400" dirty="0"/>
            </a:lvl2pPr>
            <a:lvl3pPr>
              <a:lnSpc>
                <a:spcPct val="100000"/>
              </a:lnSpc>
              <a:spcAft>
                <a:spcPts val="1200"/>
              </a:spcAft>
              <a:defRPr lang="en-US" sz="1400" dirty="0"/>
            </a:lvl3pPr>
            <a:lvl4pPr>
              <a:lnSpc>
                <a:spcPct val="100000"/>
              </a:lnSpc>
              <a:spcAft>
                <a:spcPts val="1200"/>
              </a:spcAft>
              <a:defRPr lang="en-US" sz="1400" dirty="0"/>
            </a:lvl4pPr>
            <a:lvl5pPr>
              <a:lnSpc>
                <a:spcPct val="100000"/>
              </a:lnSpc>
              <a:spcAft>
                <a:spcPts val="1200"/>
              </a:spcAft>
              <a:defRPr lang="en-US" sz="1400"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9">
            <a:extLst>
              <a:ext uri="{FF2B5EF4-FFF2-40B4-BE49-F238E27FC236}">
                <a16:creationId xmlns:a16="http://schemas.microsoft.com/office/drawing/2014/main" id="{491BB866-7B21-4CA7-A97B-BF804B3184F9}"/>
              </a:ext>
            </a:extLst>
          </p:cNvPr>
          <p:cNvSpPr>
            <a:spLocks noGrp="1"/>
          </p:cNvSpPr>
          <p:nvPr>
            <p:ph sz="quarter" idx="33"/>
          </p:nvPr>
        </p:nvSpPr>
        <p:spPr>
          <a:xfrm>
            <a:off x="4419602" y="2030400"/>
            <a:ext cx="3384549" cy="3240086"/>
          </a:xfrm>
          <a:prstGeom prst="rect">
            <a:avLst/>
          </a:prstGeom>
        </p:spPr>
        <p:txBody>
          <a:bodyPr vert="horz" lIns="0" tIns="0" rIns="0" bIns="0" rtlCol="0">
            <a:noAutofit/>
          </a:bodyPr>
          <a:lstStyle>
            <a:lvl1pPr>
              <a:lnSpc>
                <a:spcPct val="100000"/>
              </a:lnSpc>
              <a:spcAft>
                <a:spcPts val="1200"/>
              </a:spcAft>
              <a:defRPr lang="en-US" sz="1400" dirty="0"/>
            </a:lvl1pPr>
            <a:lvl2pPr>
              <a:lnSpc>
                <a:spcPct val="100000"/>
              </a:lnSpc>
              <a:spcAft>
                <a:spcPts val="1200"/>
              </a:spcAft>
              <a:defRPr lang="en-US" sz="1400" dirty="0"/>
            </a:lvl2pPr>
            <a:lvl3pPr>
              <a:lnSpc>
                <a:spcPct val="100000"/>
              </a:lnSpc>
              <a:spcAft>
                <a:spcPts val="1200"/>
              </a:spcAft>
              <a:defRPr lang="en-US" sz="1400" dirty="0"/>
            </a:lvl3pPr>
            <a:lvl4pPr>
              <a:lnSpc>
                <a:spcPct val="100000"/>
              </a:lnSpc>
              <a:spcAft>
                <a:spcPts val="1200"/>
              </a:spcAft>
              <a:defRPr lang="en-US" sz="1400" dirty="0"/>
            </a:lvl4pPr>
            <a:lvl5pPr>
              <a:lnSpc>
                <a:spcPct val="100000"/>
              </a:lnSpc>
              <a:spcAft>
                <a:spcPts val="1200"/>
              </a:spcAft>
              <a:defRPr lang="en-US" sz="1400"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 name="Picture 1" descr="A white text on a black background&#10;&#10;Description automatically generated">
            <a:extLst>
              <a:ext uri="{FF2B5EF4-FFF2-40B4-BE49-F238E27FC236}">
                <a16:creationId xmlns:a16="http://schemas.microsoft.com/office/drawing/2014/main" id="{1E5A5085-F348-CCB3-4264-3BB261FC3F39}"/>
              </a:ext>
            </a:extLst>
          </p:cNvPr>
          <p:cNvPicPr>
            <a:picLocks noChangeAspect="1"/>
          </p:cNvPicPr>
          <p:nvPr userDrawn="1"/>
        </p:nvPicPr>
        <p:blipFill>
          <a:blip r:embed="rId2"/>
          <a:stretch>
            <a:fillRect/>
          </a:stretch>
        </p:blipFill>
        <p:spPr>
          <a:xfrm>
            <a:off x="9799983" y="393370"/>
            <a:ext cx="1968406" cy="634151"/>
          </a:xfrm>
          <a:prstGeom prst="rect">
            <a:avLst/>
          </a:prstGeom>
        </p:spPr>
      </p:pic>
    </p:spTree>
    <p:extLst>
      <p:ext uri="{BB962C8B-B14F-4D97-AF65-F5344CB8AC3E}">
        <p14:creationId xmlns:p14="http://schemas.microsoft.com/office/powerpoint/2010/main" val="217301005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Subtitle, 2 Graphs">
    <p:spTree>
      <p:nvGrpSpPr>
        <p:cNvPr id="1" name=""/>
        <p:cNvGrpSpPr/>
        <p:nvPr/>
      </p:nvGrpSpPr>
      <p:grpSpPr>
        <a:xfrm>
          <a:off x="0" y="0"/>
          <a:ext cx="0" cy="0"/>
          <a:chOff x="0" y="0"/>
          <a:chExt cx="0" cy="0"/>
        </a:xfrm>
      </p:grpSpPr>
      <p:sp>
        <p:nvSpPr>
          <p:cNvPr id="9" name="Footer Placeholder 8">
            <a:extLst>
              <a:ext uri="{FF2B5EF4-FFF2-40B4-BE49-F238E27FC236}">
                <a16:creationId xmlns:a16="http://schemas.microsoft.com/office/drawing/2014/main" id="{40E684A2-92A1-4743-93DB-A2D5AFCE792F}"/>
              </a:ext>
            </a:extLst>
          </p:cNvPr>
          <p:cNvSpPr>
            <a:spLocks noGrp="1"/>
          </p:cNvSpPr>
          <p:nvPr>
            <p:ph type="ftr" sz="quarter" idx="21"/>
          </p:nvPr>
        </p:nvSpPr>
        <p:spPr/>
        <p:txBody>
          <a:bodyPr/>
          <a:lstStyle/>
          <a:p>
            <a:endParaRPr lang="en-AU" dirty="0"/>
          </a:p>
        </p:txBody>
      </p:sp>
      <p:sp>
        <p:nvSpPr>
          <p:cNvPr id="10" name="Slide Number Placeholder 9">
            <a:extLst>
              <a:ext uri="{FF2B5EF4-FFF2-40B4-BE49-F238E27FC236}">
                <a16:creationId xmlns:a16="http://schemas.microsoft.com/office/drawing/2014/main" id="{3B228959-3C67-45BC-954A-A13981901278}"/>
              </a:ext>
            </a:extLst>
          </p:cNvPr>
          <p:cNvSpPr>
            <a:spLocks noGrp="1"/>
          </p:cNvSpPr>
          <p:nvPr>
            <p:ph type="sldNum" sz="quarter" idx="22"/>
          </p:nvPr>
        </p:nvSpPr>
        <p:spPr/>
        <p:txBody>
          <a:bodyPr/>
          <a:lstStyle/>
          <a:p>
            <a:fld id="{E917DE0E-AFB1-41FD-BC35-27DB61CA125F}" type="slidenum">
              <a:rPr lang="en-AU" smtClean="0"/>
              <a:pPr/>
              <a:t>‹#›</a:t>
            </a:fld>
            <a:endParaRPr lang="en-AU" dirty="0"/>
          </a:p>
        </p:txBody>
      </p:sp>
      <p:sp>
        <p:nvSpPr>
          <p:cNvPr id="14" name="Content Placeholder 9">
            <a:extLst>
              <a:ext uri="{FF2B5EF4-FFF2-40B4-BE49-F238E27FC236}">
                <a16:creationId xmlns:a16="http://schemas.microsoft.com/office/drawing/2014/main" id="{CEC2D33F-D887-4527-98FE-88AEA004A9AE}"/>
              </a:ext>
            </a:extLst>
          </p:cNvPr>
          <p:cNvSpPr>
            <a:spLocks noGrp="1"/>
          </p:cNvSpPr>
          <p:nvPr>
            <p:ph sz="quarter" idx="10" hasCustomPrompt="1"/>
          </p:nvPr>
        </p:nvSpPr>
        <p:spPr>
          <a:xfrm>
            <a:off x="679927" y="2477978"/>
            <a:ext cx="5112000" cy="3616822"/>
          </a:xfrm>
          <a:prstGeom prst="rect">
            <a:avLst/>
          </a:prstGeom>
        </p:spPr>
        <p:txBody>
          <a:bodyPr vert="horz" lIns="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insert graph</a:t>
            </a:r>
          </a:p>
        </p:txBody>
      </p:sp>
      <p:sp>
        <p:nvSpPr>
          <p:cNvPr id="18" name="Title 3">
            <a:extLst>
              <a:ext uri="{FF2B5EF4-FFF2-40B4-BE49-F238E27FC236}">
                <a16:creationId xmlns:a16="http://schemas.microsoft.com/office/drawing/2014/main" id="{564D6273-13C3-41E3-9854-6BA8DC870939}"/>
              </a:ext>
            </a:extLst>
          </p:cNvPr>
          <p:cNvSpPr>
            <a:spLocks noGrp="1"/>
          </p:cNvSpPr>
          <p:nvPr>
            <p:ph type="title"/>
          </p:nvPr>
        </p:nvSpPr>
        <p:spPr>
          <a:xfrm>
            <a:off x="695325" y="763200"/>
            <a:ext cx="9577139" cy="469056"/>
          </a:xfrm>
        </p:spPr>
        <p:txBody>
          <a:bodyPr/>
          <a:lstStyle/>
          <a:p>
            <a:r>
              <a:rPr lang="en-US" dirty="0"/>
              <a:t>Click to edit Master title style</a:t>
            </a:r>
            <a:endParaRPr lang="en-AU" dirty="0"/>
          </a:p>
        </p:txBody>
      </p:sp>
      <p:sp>
        <p:nvSpPr>
          <p:cNvPr id="19" name="Text Placeholder 5">
            <a:extLst>
              <a:ext uri="{FF2B5EF4-FFF2-40B4-BE49-F238E27FC236}">
                <a16:creationId xmlns:a16="http://schemas.microsoft.com/office/drawing/2014/main" id="{60130E7F-2696-4D7D-8351-3A820B0259DC}"/>
              </a:ext>
            </a:extLst>
          </p:cNvPr>
          <p:cNvSpPr>
            <a:spLocks noGrp="1"/>
          </p:cNvSpPr>
          <p:nvPr>
            <p:ph type="body" sz="quarter" idx="31" hasCustomPrompt="1"/>
          </p:nvPr>
        </p:nvSpPr>
        <p:spPr>
          <a:xfrm>
            <a:off x="695325" y="1364400"/>
            <a:ext cx="9576000" cy="506132"/>
          </a:xfrm>
          <a:prstGeom prst="rect">
            <a:avLst/>
          </a:prstGeom>
        </p:spPr>
        <p:txBody>
          <a:bodyPr>
            <a:noAutofit/>
          </a:bodyPr>
          <a:lstStyle>
            <a:lvl1pPr>
              <a:lnSpc>
                <a:spcPct val="100000"/>
              </a:lnSpc>
              <a:defRPr sz="1600" b="0">
                <a:solidFill>
                  <a:schemeClr val="tx2"/>
                </a:solidFill>
              </a:defRPr>
            </a:lvl1pPr>
            <a:lvl2pPr marL="612" indent="0">
              <a:buNone/>
              <a:defRPr/>
            </a:lvl2pPr>
          </a:lstStyle>
          <a:p>
            <a:pPr lvl="0"/>
            <a:r>
              <a:rPr lang="en-US" dirty="0"/>
              <a:t>[Subtitle]</a:t>
            </a:r>
          </a:p>
        </p:txBody>
      </p:sp>
      <p:sp>
        <p:nvSpPr>
          <p:cNvPr id="20" name="Content Placeholder 9">
            <a:extLst>
              <a:ext uri="{FF2B5EF4-FFF2-40B4-BE49-F238E27FC236}">
                <a16:creationId xmlns:a16="http://schemas.microsoft.com/office/drawing/2014/main" id="{4C22DC31-C022-4D35-A4CA-01E2EE12CEB3}"/>
              </a:ext>
            </a:extLst>
          </p:cNvPr>
          <p:cNvSpPr>
            <a:spLocks noGrp="1"/>
          </p:cNvSpPr>
          <p:nvPr>
            <p:ph sz="quarter" idx="32" hasCustomPrompt="1"/>
          </p:nvPr>
        </p:nvSpPr>
        <p:spPr>
          <a:xfrm>
            <a:off x="695326" y="2030400"/>
            <a:ext cx="5112000" cy="287710"/>
          </a:xfrm>
          <a:prstGeom prst="rect">
            <a:avLst/>
          </a:prstGeom>
        </p:spPr>
        <p:txBody>
          <a:bodyPr>
            <a:normAutofit/>
          </a:bodyPr>
          <a:lstStyle>
            <a:lvl1pPr>
              <a:defRPr lang="en-US" sz="1600" b="1" dirty="0"/>
            </a:lvl1pPr>
            <a:lvl2pPr>
              <a:defRPr lang="en-US" sz="1200" dirty="0"/>
            </a:lvl2pPr>
            <a:lvl3pPr>
              <a:defRPr lang="en-US" sz="1200" dirty="0"/>
            </a:lvl3pPr>
            <a:lvl4pPr>
              <a:defRPr lang="en-US" sz="1200" dirty="0"/>
            </a:lvl4pPr>
            <a:lvl5pPr>
              <a:spcBef>
                <a:spcPts val="1200"/>
              </a:spcBef>
              <a:defRPr lang="en-US" sz="1200" dirty="0"/>
            </a:lvl5pPr>
            <a:lvl6pPr>
              <a:defRPr lang="en-AU" dirty="0"/>
            </a:lvl6pPr>
          </a:lstStyle>
          <a:p>
            <a:pPr lvl="0"/>
            <a:r>
              <a:rPr lang="en-US" dirty="0"/>
              <a:t>[Graph title]</a:t>
            </a:r>
          </a:p>
        </p:txBody>
      </p:sp>
      <p:sp>
        <p:nvSpPr>
          <p:cNvPr id="21" name="Content Placeholder 9">
            <a:extLst>
              <a:ext uri="{FF2B5EF4-FFF2-40B4-BE49-F238E27FC236}">
                <a16:creationId xmlns:a16="http://schemas.microsoft.com/office/drawing/2014/main" id="{6319767D-07B2-4A1E-BE78-9D7F3E8A2DF0}"/>
              </a:ext>
            </a:extLst>
          </p:cNvPr>
          <p:cNvSpPr>
            <a:spLocks noGrp="1"/>
          </p:cNvSpPr>
          <p:nvPr>
            <p:ph sz="quarter" idx="33" hasCustomPrompt="1"/>
          </p:nvPr>
        </p:nvSpPr>
        <p:spPr>
          <a:xfrm>
            <a:off x="6386675" y="2477978"/>
            <a:ext cx="5112000" cy="3616822"/>
          </a:xfrm>
          <a:prstGeom prst="rect">
            <a:avLst/>
          </a:prstGeom>
        </p:spPr>
        <p:txBody>
          <a:bodyPr vert="horz" lIns="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insert graph</a:t>
            </a:r>
          </a:p>
        </p:txBody>
      </p:sp>
      <p:sp>
        <p:nvSpPr>
          <p:cNvPr id="22" name="Content Placeholder 9">
            <a:extLst>
              <a:ext uri="{FF2B5EF4-FFF2-40B4-BE49-F238E27FC236}">
                <a16:creationId xmlns:a16="http://schemas.microsoft.com/office/drawing/2014/main" id="{26657DA0-8703-4499-B474-1559693405B0}"/>
              </a:ext>
            </a:extLst>
          </p:cNvPr>
          <p:cNvSpPr>
            <a:spLocks noGrp="1"/>
          </p:cNvSpPr>
          <p:nvPr>
            <p:ph sz="quarter" idx="34" hasCustomPrompt="1"/>
          </p:nvPr>
        </p:nvSpPr>
        <p:spPr>
          <a:xfrm>
            <a:off x="6384600" y="2030400"/>
            <a:ext cx="5112000" cy="287710"/>
          </a:xfrm>
          <a:prstGeom prst="rect">
            <a:avLst/>
          </a:prstGeom>
        </p:spPr>
        <p:txBody>
          <a:bodyPr>
            <a:normAutofit/>
          </a:bodyPr>
          <a:lstStyle>
            <a:lvl1pPr>
              <a:defRPr lang="en-US" sz="1600" b="1" dirty="0"/>
            </a:lvl1pPr>
            <a:lvl2pPr>
              <a:defRPr lang="en-US" sz="1200" dirty="0"/>
            </a:lvl2pPr>
            <a:lvl3pPr>
              <a:defRPr lang="en-US" sz="1200" dirty="0"/>
            </a:lvl3pPr>
            <a:lvl4pPr>
              <a:defRPr lang="en-US" sz="1200" dirty="0"/>
            </a:lvl4pPr>
            <a:lvl5pPr>
              <a:spcBef>
                <a:spcPts val="1200"/>
              </a:spcBef>
              <a:defRPr lang="en-US" sz="1200" dirty="0"/>
            </a:lvl5pPr>
            <a:lvl6pPr>
              <a:defRPr lang="en-AU" dirty="0"/>
            </a:lvl6pPr>
          </a:lstStyle>
          <a:p>
            <a:pPr lvl="0"/>
            <a:r>
              <a:rPr lang="en-US" dirty="0"/>
              <a:t>[Graph title]</a:t>
            </a:r>
          </a:p>
        </p:txBody>
      </p:sp>
    </p:spTree>
    <p:extLst>
      <p:ext uri="{BB962C8B-B14F-4D97-AF65-F5344CB8AC3E}">
        <p14:creationId xmlns:p14="http://schemas.microsoft.com/office/powerpoint/2010/main" val="30248888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Content Layout Horizontal">
    <p:spTree>
      <p:nvGrpSpPr>
        <p:cNvPr id="1" name=""/>
        <p:cNvGrpSpPr/>
        <p:nvPr/>
      </p:nvGrpSpPr>
      <p:grpSpPr>
        <a:xfrm>
          <a:off x="0" y="0"/>
          <a:ext cx="0" cy="0"/>
          <a:chOff x="0" y="0"/>
          <a:chExt cx="0" cy="0"/>
        </a:xfrm>
      </p:grpSpPr>
      <p:sp>
        <p:nvSpPr>
          <p:cNvPr id="13" name="Footer Placeholder 12">
            <a:extLst>
              <a:ext uri="{FF2B5EF4-FFF2-40B4-BE49-F238E27FC236}">
                <a16:creationId xmlns:a16="http://schemas.microsoft.com/office/drawing/2014/main" id="{23BF6C02-0CA6-49E2-A373-73DF26BA1D21}"/>
              </a:ext>
            </a:extLst>
          </p:cNvPr>
          <p:cNvSpPr>
            <a:spLocks noGrp="1"/>
          </p:cNvSpPr>
          <p:nvPr>
            <p:ph type="ftr" sz="quarter" idx="19"/>
          </p:nvPr>
        </p:nvSpPr>
        <p:spPr/>
        <p:txBody>
          <a:bodyPr/>
          <a:lstStyle/>
          <a:p>
            <a:endParaRPr lang="en-AU" dirty="0"/>
          </a:p>
        </p:txBody>
      </p:sp>
      <p:sp>
        <p:nvSpPr>
          <p:cNvPr id="14" name="Slide Number Placeholder 13">
            <a:extLst>
              <a:ext uri="{FF2B5EF4-FFF2-40B4-BE49-F238E27FC236}">
                <a16:creationId xmlns:a16="http://schemas.microsoft.com/office/drawing/2014/main" id="{D89DCE9D-2EC0-4E96-8676-B7755E0D22A7}"/>
              </a:ext>
            </a:extLst>
          </p:cNvPr>
          <p:cNvSpPr>
            <a:spLocks noGrp="1"/>
          </p:cNvSpPr>
          <p:nvPr>
            <p:ph type="sldNum" sz="quarter" idx="20"/>
          </p:nvPr>
        </p:nvSpPr>
        <p:spPr/>
        <p:txBody>
          <a:bodyPr/>
          <a:lstStyle/>
          <a:p>
            <a:fld id="{E917DE0E-AFB1-41FD-BC35-27DB61CA125F}" type="slidenum">
              <a:rPr lang="en-AU" smtClean="0"/>
              <a:pPr/>
              <a:t>‹#›</a:t>
            </a:fld>
            <a:endParaRPr lang="en-AU" dirty="0"/>
          </a:p>
        </p:txBody>
      </p:sp>
      <p:sp>
        <p:nvSpPr>
          <p:cNvPr id="11" name="Content Placeholder 9">
            <a:extLst>
              <a:ext uri="{FF2B5EF4-FFF2-40B4-BE49-F238E27FC236}">
                <a16:creationId xmlns:a16="http://schemas.microsoft.com/office/drawing/2014/main" id="{E77EF712-8DED-4A52-BD51-103375D11B54}"/>
              </a:ext>
            </a:extLst>
          </p:cNvPr>
          <p:cNvSpPr>
            <a:spLocks noGrp="1"/>
          </p:cNvSpPr>
          <p:nvPr>
            <p:ph sz="quarter" idx="10"/>
          </p:nvPr>
        </p:nvSpPr>
        <p:spPr>
          <a:xfrm>
            <a:off x="694800" y="2030400"/>
            <a:ext cx="10513768" cy="1728266"/>
          </a:xfrm>
          <a:prstGeom prst="rect">
            <a:avLst/>
          </a:prstGeom>
        </p:spPr>
        <p:txBody>
          <a:bodyPr vert="horz" lIns="0" tIns="0" rIns="0" bIns="0" rtlCol="0">
            <a:noAutofit/>
          </a:bodyPr>
          <a:lstStyle>
            <a:lvl1pPr>
              <a:defRPr lang="en-US" sz="1400" dirty="0"/>
            </a:lvl1pPr>
            <a:lvl2pPr>
              <a:defRPr lang="en-US" sz="1400" dirty="0"/>
            </a:lvl2pPr>
            <a:lvl3pPr>
              <a:defRPr lang="en-US" sz="1400" dirty="0"/>
            </a:lvl3pPr>
            <a:lvl4pPr>
              <a:defRPr lang="en-US" sz="1400" dirty="0"/>
            </a:lvl4pPr>
            <a:lvl5pPr>
              <a:defRPr lang="en-US" sz="1400" dirty="0"/>
            </a:lvl5pPr>
          </a:lstStyle>
          <a:p>
            <a:pPr lvl="0"/>
            <a:endParaRPr lang="en-US" dirty="0"/>
          </a:p>
        </p:txBody>
      </p:sp>
      <p:sp>
        <p:nvSpPr>
          <p:cNvPr id="15" name="Title 3">
            <a:extLst>
              <a:ext uri="{FF2B5EF4-FFF2-40B4-BE49-F238E27FC236}">
                <a16:creationId xmlns:a16="http://schemas.microsoft.com/office/drawing/2014/main" id="{EE4083B0-5F51-4F95-BD7A-3B4222E8A272}"/>
              </a:ext>
            </a:extLst>
          </p:cNvPr>
          <p:cNvSpPr>
            <a:spLocks noGrp="1"/>
          </p:cNvSpPr>
          <p:nvPr>
            <p:ph type="title"/>
          </p:nvPr>
        </p:nvSpPr>
        <p:spPr>
          <a:xfrm>
            <a:off x="695325" y="763200"/>
            <a:ext cx="9576000" cy="469056"/>
          </a:xfrm>
        </p:spPr>
        <p:txBody>
          <a:bodyPr/>
          <a:lstStyle/>
          <a:p>
            <a:r>
              <a:rPr lang="en-US" dirty="0"/>
              <a:t>Click to edit Master title style</a:t>
            </a:r>
            <a:endParaRPr lang="en-AU" dirty="0"/>
          </a:p>
        </p:txBody>
      </p:sp>
      <p:sp>
        <p:nvSpPr>
          <p:cNvPr id="16" name="Text Placeholder 5">
            <a:extLst>
              <a:ext uri="{FF2B5EF4-FFF2-40B4-BE49-F238E27FC236}">
                <a16:creationId xmlns:a16="http://schemas.microsoft.com/office/drawing/2014/main" id="{00BC9CFA-71EA-43AD-BDD4-7FDB2FDF1BD1}"/>
              </a:ext>
            </a:extLst>
          </p:cNvPr>
          <p:cNvSpPr>
            <a:spLocks noGrp="1"/>
          </p:cNvSpPr>
          <p:nvPr>
            <p:ph type="body" sz="quarter" idx="31" hasCustomPrompt="1"/>
          </p:nvPr>
        </p:nvSpPr>
        <p:spPr>
          <a:xfrm>
            <a:off x="695325" y="1364400"/>
            <a:ext cx="9576000" cy="506132"/>
          </a:xfrm>
          <a:prstGeom prst="rect">
            <a:avLst/>
          </a:prstGeom>
        </p:spPr>
        <p:txBody>
          <a:bodyPr>
            <a:noAutofit/>
          </a:bodyPr>
          <a:lstStyle>
            <a:lvl1pPr>
              <a:lnSpc>
                <a:spcPct val="100000"/>
              </a:lnSpc>
              <a:defRPr sz="1600" b="0">
                <a:solidFill>
                  <a:schemeClr val="tx2"/>
                </a:solidFill>
              </a:defRPr>
            </a:lvl1pPr>
            <a:lvl2pPr marL="612" indent="0">
              <a:buNone/>
              <a:defRPr/>
            </a:lvl2pPr>
          </a:lstStyle>
          <a:p>
            <a:pPr lvl="0"/>
            <a:r>
              <a:rPr lang="en-US" dirty="0"/>
              <a:t>[Subtitle]</a:t>
            </a:r>
          </a:p>
        </p:txBody>
      </p:sp>
      <p:sp>
        <p:nvSpPr>
          <p:cNvPr id="17" name="Content Placeholder 9">
            <a:extLst>
              <a:ext uri="{FF2B5EF4-FFF2-40B4-BE49-F238E27FC236}">
                <a16:creationId xmlns:a16="http://schemas.microsoft.com/office/drawing/2014/main" id="{182B9C09-CED4-448F-920B-B0EA81FCD18B}"/>
              </a:ext>
            </a:extLst>
          </p:cNvPr>
          <p:cNvSpPr>
            <a:spLocks noGrp="1"/>
          </p:cNvSpPr>
          <p:nvPr>
            <p:ph sz="quarter" idx="32"/>
          </p:nvPr>
        </p:nvSpPr>
        <p:spPr>
          <a:xfrm>
            <a:off x="694800" y="3918534"/>
            <a:ext cx="10513768" cy="1728266"/>
          </a:xfrm>
          <a:prstGeom prst="rect">
            <a:avLst/>
          </a:prstGeom>
        </p:spPr>
        <p:txBody>
          <a:bodyPr vert="horz" lIns="0" tIns="0" rIns="0" bIns="0" rtlCol="0">
            <a:noAutofit/>
          </a:bodyPr>
          <a:lstStyle>
            <a:lvl1pPr>
              <a:defRPr lang="en-US" sz="1400" dirty="0"/>
            </a:lvl1pPr>
            <a:lvl2pPr>
              <a:defRPr lang="en-US" sz="1400" dirty="0"/>
            </a:lvl2pPr>
            <a:lvl3pPr>
              <a:defRPr lang="en-US" sz="1400" dirty="0"/>
            </a:lvl3pPr>
            <a:lvl4pPr>
              <a:defRPr lang="en-US" sz="1400" dirty="0"/>
            </a:lvl4pPr>
            <a:lvl5pPr>
              <a:defRPr lang="en-US" sz="1400" dirty="0"/>
            </a:lvl5pPr>
          </a:lstStyle>
          <a:p>
            <a:pPr lvl="0"/>
            <a:endParaRPr lang="en-US" dirty="0"/>
          </a:p>
        </p:txBody>
      </p:sp>
    </p:spTree>
    <p:extLst>
      <p:ext uri="{BB962C8B-B14F-4D97-AF65-F5344CB8AC3E}">
        <p14:creationId xmlns:p14="http://schemas.microsoft.com/office/powerpoint/2010/main" val="287013408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One Third Two Third Title and Content">
    <p:spTree>
      <p:nvGrpSpPr>
        <p:cNvPr id="1" name=""/>
        <p:cNvGrpSpPr/>
        <p:nvPr/>
      </p:nvGrpSpPr>
      <p:grpSpPr>
        <a:xfrm>
          <a:off x="0" y="0"/>
          <a:ext cx="0" cy="0"/>
          <a:chOff x="0" y="0"/>
          <a:chExt cx="0" cy="0"/>
        </a:xfrm>
      </p:grpSpPr>
      <p:sp>
        <p:nvSpPr>
          <p:cNvPr id="11" name="Footer Placeholder 10">
            <a:extLst>
              <a:ext uri="{FF2B5EF4-FFF2-40B4-BE49-F238E27FC236}">
                <a16:creationId xmlns:a16="http://schemas.microsoft.com/office/drawing/2014/main" id="{78C5C398-3572-4EB0-8F84-1F6673C9A658}"/>
              </a:ext>
            </a:extLst>
          </p:cNvPr>
          <p:cNvSpPr>
            <a:spLocks noGrp="1"/>
          </p:cNvSpPr>
          <p:nvPr>
            <p:ph type="ftr" sz="quarter" idx="17"/>
          </p:nvPr>
        </p:nvSpPr>
        <p:spPr/>
        <p:txBody>
          <a:bodyPr/>
          <a:lstStyle/>
          <a:p>
            <a:endParaRPr lang="en-AU" dirty="0"/>
          </a:p>
        </p:txBody>
      </p:sp>
      <p:sp>
        <p:nvSpPr>
          <p:cNvPr id="13" name="Slide Number Placeholder 12">
            <a:extLst>
              <a:ext uri="{FF2B5EF4-FFF2-40B4-BE49-F238E27FC236}">
                <a16:creationId xmlns:a16="http://schemas.microsoft.com/office/drawing/2014/main" id="{D2D565BB-C9BB-4EEC-9693-6827A3D09DE8}"/>
              </a:ext>
            </a:extLst>
          </p:cNvPr>
          <p:cNvSpPr>
            <a:spLocks noGrp="1"/>
          </p:cNvSpPr>
          <p:nvPr>
            <p:ph type="sldNum" sz="quarter" idx="18"/>
          </p:nvPr>
        </p:nvSpPr>
        <p:spPr/>
        <p:txBody>
          <a:bodyPr/>
          <a:lstStyle/>
          <a:p>
            <a:fld id="{E917DE0E-AFB1-41FD-BC35-27DB61CA125F}" type="slidenum">
              <a:rPr lang="en-AU" smtClean="0"/>
              <a:pPr/>
              <a:t>‹#›</a:t>
            </a:fld>
            <a:endParaRPr lang="en-AU" dirty="0"/>
          </a:p>
        </p:txBody>
      </p:sp>
      <p:sp>
        <p:nvSpPr>
          <p:cNvPr id="14" name="Content Placeholder 9">
            <a:extLst>
              <a:ext uri="{FF2B5EF4-FFF2-40B4-BE49-F238E27FC236}">
                <a16:creationId xmlns:a16="http://schemas.microsoft.com/office/drawing/2014/main" id="{073AADBC-DF68-45FD-854E-35806C6DE09F}"/>
              </a:ext>
            </a:extLst>
          </p:cNvPr>
          <p:cNvSpPr>
            <a:spLocks noGrp="1"/>
          </p:cNvSpPr>
          <p:nvPr>
            <p:ph sz="quarter" idx="10"/>
          </p:nvPr>
        </p:nvSpPr>
        <p:spPr>
          <a:xfrm>
            <a:off x="695326" y="2030400"/>
            <a:ext cx="3384549" cy="3240086"/>
          </a:xfrm>
          <a:prstGeom prst="rect">
            <a:avLst/>
          </a:prstGeom>
        </p:spPr>
        <p:txBody>
          <a:bodyPr vert="horz" lIns="0" tIns="0" rIns="0" bIns="0" rtlCol="0">
            <a:noAutofit/>
          </a:bodyPr>
          <a:lstStyle>
            <a:lvl1pPr>
              <a:lnSpc>
                <a:spcPct val="100000"/>
              </a:lnSpc>
              <a:spcAft>
                <a:spcPts val="1200"/>
              </a:spcAft>
              <a:defRPr lang="en-US" sz="1400" dirty="0"/>
            </a:lvl1pPr>
            <a:lvl2pPr>
              <a:lnSpc>
                <a:spcPct val="100000"/>
              </a:lnSpc>
              <a:spcAft>
                <a:spcPts val="1200"/>
              </a:spcAft>
              <a:defRPr lang="en-US" sz="1400" dirty="0"/>
            </a:lvl2pPr>
            <a:lvl3pPr>
              <a:lnSpc>
                <a:spcPct val="100000"/>
              </a:lnSpc>
              <a:spcAft>
                <a:spcPts val="1200"/>
              </a:spcAft>
              <a:defRPr lang="en-US" sz="1400" dirty="0"/>
            </a:lvl3pPr>
            <a:lvl4pPr>
              <a:lnSpc>
                <a:spcPct val="100000"/>
              </a:lnSpc>
              <a:spcAft>
                <a:spcPts val="1200"/>
              </a:spcAft>
              <a:defRPr lang="en-US" sz="1400" dirty="0"/>
            </a:lvl4pPr>
            <a:lvl5pPr>
              <a:lnSpc>
                <a:spcPct val="100000"/>
              </a:lnSpc>
              <a:spcAft>
                <a:spcPts val="1200"/>
              </a:spcAft>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itle 3">
            <a:extLst>
              <a:ext uri="{FF2B5EF4-FFF2-40B4-BE49-F238E27FC236}">
                <a16:creationId xmlns:a16="http://schemas.microsoft.com/office/drawing/2014/main" id="{AFEEB2E7-44F2-48F2-BBFC-DF704AD7B376}"/>
              </a:ext>
            </a:extLst>
          </p:cNvPr>
          <p:cNvSpPr>
            <a:spLocks noGrp="1"/>
          </p:cNvSpPr>
          <p:nvPr>
            <p:ph type="title"/>
          </p:nvPr>
        </p:nvSpPr>
        <p:spPr>
          <a:xfrm>
            <a:off x="695325" y="763200"/>
            <a:ext cx="9576000" cy="469056"/>
          </a:xfrm>
        </p:spPr>
        <p:txBody>
          <a:bodyPr/>
          <a:lstStyle/>
          <a:p>
            <a:r>
              <a:rPr lang="en-US" dirty="0"/>
              <a:t>Click to edit Master title style</a:t>
            </a:r>
            <a:endParaRPr lang="en-AU" dirty="0"/>
          </a:p>
        </p:txBody>
      </p:sp>
      <p:sp>
        <p:nvSpPr>
          <p:cNvPr id="16" name="Text Placeholder 5">
            <a:extLst>
              <a:ext uri="{FF2B5EF4-FFF2-40B4-BE49-F238E27FC236}">
                <a16:creationId xmlns:a16="http://schemas.microsoft.com/office/drawing/2014/main" id="{FF3FFB07-730C-4029-A1B2-3F55F310FE8D}"/>
              </a:ext>
            </a:extLst>
          </p:cNvPr>
          <p:cNvSpPr>
            <a:spLocks noGrp="1"/>
          </p:cNvSpPr>
          <p:nvPr>
            <p:ph type="body" sz="quarter" idx="31" hasCustomPrompt="1"/>
          </p:nvPr>
        </p:nvSpPr>
        <p:spPr>
          <a:xfrm>
            <a:off x="695325" y="1364400"/>
            <a:ext cx="10080000" cy="506132"/>
          </a:xfrm>
          <a:prstGeom prst="rect">
            <a:avLst/>
          </a:prstGeom>
        </p:spPr>
        <p:txBody>
          <a:bodyPr>
            <a:noAutofit/>
          </a:bodyPr>
          <a:lstStyle>
            <a:lvl1pPr>
              <a:lnSpc>
                <a:spcPct val="100000"/>
              </a:lnSpc>
              <a:defRPr sz="1600" b="0">
                <a:solidFill>
                  <a:schemeClr val="tx2"/>
                </a:solidFill>
              </a:defRPr>
            </a:lvl1pPr>
            <a:lvl2pPr marL="612" indent="0">
              <a:buNone/>
              <a:defRPr/>
            </a:lvl2pPr>
          </a:lstStyle>
          <a:p>
            <a:pPr lvl="0"/>
            <a:r>
              <a:rPr lang="en-US" dirty="0"/>
              <a:t>[Subtitle]</a:t>
            </a:r>
          </a:p>
        </p:txBody>
      </p:sp>
      <p:sp>
        <p:nvSpPr>
          <p:cNvPr id="17" name="Content Placeholder 9">
            <a:extLst>
              <a:ext uri="{FF2B5EF4-FFF2-40B4-BE49-F238E27FC236}">
                <a16:creationId xmlns:a16="http://schemas.microsoft.com/office/drawing/2014/main" id="{4FAE2FD6-F041-4D7F-8F92-2AFDD991FE5D}"/>
              </a:ext>
            </a:extLst>
          </p:cNvPr>
          <p:cNvSpPr>
            <a:spLocks noGrp="1"/>
          </p:cNvSpPr>
          <p:nvPr>
            <p:ph sz="quarter" idx="32"/>
          </p:nvPr>
        </p:nvSpPr>
        <p:spPr>
          <a:xfrm>
            <a:off x="4427539" y="2030400"/>
            <a:ext cx="6347786" cy="3240086"/>
          </a:xfrm>
          <a:prstGeom prst="rect">
            <a:avLst/>
          </a:prstGeom>
        </p:spPr>
        <p:txBody>
          <a:bodyPr vert="horz" lIns="0" tIns="0" rIns="0" bIns="0" rtlCol="0">
            <a:noAutofit/>
          </a:bodyPr>
          <a:lstStyle>
            <a:lvl1pPr>
              <a:lnSpc>
                <a:spcPct val="100000"/>
              </a:lnSpc>
              <a:spcAft>
                <a:spcPts val="1200"/>
              </a:spcAft>
              <a:defRPr lang="en-US" sz="1400" dirty="0"/>
            </a:lvl1pPr>
            <a:lvl2pPr>
              <a:lnSpc>
                <a:spcPct val="100000"/>
              </a:lnSpc>
              <a:spcAft>
                <a:spcPts val="1200"/>
              </a:spcAft>
              <a:defRPr lang="en-US" sz="1400" dirty="0"/>
            </a:lvl2pPr>
            <a:lvl3pPr>
              <a:lnSpc>
                <a:spcPct val="100000"/>
              </a:lnSpc>
              <a:spcAft>
                <a:spcPts val="1200"/>
              </a:spcAft>
              <a:defRPr lang="en-US" sz="1400" dirty="0"/>
            </a:lvl3pPr>
            <a:lvl4pPr>
              <a:lnSpc>
                <a:spcPct val="100000"/>
              </a:lnSpc>
              <a:spcAft>
                <a:spcPts val="1200"/>
              </a:spcAft>
              <a:defRPr lang="en-US" sz="1400" dirty="0"/>
            </a:lvl4pPr>
            <a:lvl5pPr>
              <a:lnSpc>
                <a:spcPct val="100000"/>
              </a:lnSpc>
              <a:spcAft>
                <a:spcPts val="1200"/>
              </a:spcAft>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37848385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wo Third One Third Title and Content">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55EE2261-AED3-448E-9AA6-9C9A5534417D}"/>
              </a:ext>
            </a:extLst>
          </p:cNvPr>
          <p:cNvSpPr>
            <a:spLocks noGrp="1"/>
          </p:cNvSpPr>
          <p:nvPr>
            <p:ph type="ftr" sz="quarter" idx="17"/>
          </p:nvPr>
        </p:nvSpPr>
        <p:spPr/>
        <p:txBody>
          <a:bodyPr/>
          <a:lstStyle/>
          <a:p>
            <a:endParaRPr lang="en-AU" dirty="0"/>
          </a:p>
        </p:txBody>
      </p:sp>
      <p:sp>
        <p:nvSpPr>
          <p:cNvPr id="12" name="Slide Number Placeholder 11">
            <a:extLst>
              <a:ext uri="{FF2B5EF4-FFF2-40B4-BE49-F238E27FC236}">
                <a16:creationId xmlns:a16="http://schemas.microsoft.com/office/drawing/2014/main" id="{7A92BB03-FEDF-43D9-957F-2410F5D597BF}"/>
              </a:ext>
            </a:extLst>
          </p:cNvPr>
          <p:cNvSpPr>
            <a:spLocks noGrp="1"/>
          </p:cNvSpPr>
          <p:nvPr>
            <p:ph type="sldNum" sz="quarter" idx="18"/>
          </p:nvPr>
        </p:nvSpPr>
        <p:spPr/>
        <p:txBody>
          <a:bodyPr/>
          <a:lstStyle/>
          <a:p>
            <a:fld id="{E917DE0E-AFB1-41FD-BC35-27DB61CA125F}" type="slidenum">
              <a:rPr lang="en-AU" smtClean="0"/>
              <a:pPr/>
              <a:t>‹#›</a:t>
            </a:fld>
            <a:endParaRPr lang="en-AU" dirty="0"/>
          </a:p>
        </p:txBody>
      </p:sp>
      <p:sp>
        <p:nvSpPr>
          <p:cNvPr id="14" name="Content Placeholder 9">
            <a:extLst>
              <a:ext uri="{FF2B5EF4-FFF2-40B4-BE49-F238E27FC236}">
                <a16:creationId xmlns:a16="http://schemas.microsoft.com/office/drawing/2014/main" id="{CC6A8FED-FA65-4CA1-BCAC-A45FB3462E67}"/>
              </a:ext>
            </a:extLst>
          </p:cNvPr>
          <p:cNvSpPr>
            <a:spLocks noGrp="1"/>
          </p:cNvSpPr>
          <p:nvPr>
            <p:ph sz="quarter" idx="10"/>
          </p:nvPr>
        </p:nvSpPr>
        <p:spPr>
          <a:xfrm>
            <a:off x="7390776" y="2030400"/>
            <a:ext cx="3384549" cy="4064400"/>
          </a:xfrm>
          <a:prstGeom prst="rect">
            <a:avLst/>
          </a:prstGeom>
        </p:spPr>
        <p:txBody>
          <a:bodyPr vert="horz" lIns="0" tIns="0" rIns="0" bIns="0" rtlCol="0">
            <a:noAutofit/>
          </a:bodyPr>
          <a:lstStyle>
            <a:lvl1pPr>
              <a:lnSpc>
                <a:spcPct val="100000"/>
              </a:lnSpc>
              <a:spcAft>
                <a:spcPts val="1200"/>
              </a:spcAft>
              <a:defRPr lang="en-US" sz="1400" dirty="0"/>
            </a:lvl1pPr>
            <a:lvl2pPr>
              <a:lnSpc>
                <a:spcPct val="100000"/>
              </a:lnSpc>
              <a:spcAft>
                <a:spcPts val="1200"/>
              </a:spcAft>
              <a:defRPr lang="en-US" sz="1400" dirty="0"/>
            </a:lvl2pPr>
            <a:lvl3pPr>
              <a:lnSpc>
                <a:spcPct val="100000"/>
              </a:lnSpc>
              <a:spcAft>
                <a:spcPts val="1200"/>
              </a:spcAft>
              <a:defRPr lang="en-US" sz="1400" dirty="0"/>
            </a:lvl3pPr>
            <a:lvl4pPr>
              <a:lnSpc>
                <a:spcPct val="100000"/>
              </a:lnSpc>
              <a:spcAft>
                <a:spcPts val="1200"/>
              </a:spcAft>
              <a:defRPr lang="en-US" sz="1400" dirty="0"/>
            </a:lvl4pPr>
            <a:lvl5pPr>
              <a:lnSpc>
                <a:spcPct val="100000"/>
              </a:lnSpc>
              <a:spcAft>
                <a:spcPts val="1200"/>
              </a:spcAft>
              <a:defRPr lang="en-US" sz="1400"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itle 3">
            <a:extLst>
              <a:ext uri="{FF2B5EF4-FFF2-40B4-BE49-F238E27FC236}">
                <a16:creationId xmlns:a16="http://schemas.microsoft.com/office/drawing/2014/main" id="{D65DFCA3-BD94-4763-9B1A-CD6AE2B1E931}"/>
              </a:ext>
            </a:extLst>
          </p:cNvPr>
          <p:cNvSpPr>
            <a:spLocks noGrp="1"/>
          </p:cNvSpPr>
          <p:nvPr>
            <p:ph type="title"/>
          </p:nvPr>
        </p:nvSpPr>
        <p:spPr>
          <a:xfrm>
            <a:off x="695326" y="763200"/>
            <a:ext cx="9576000" cy="469056"/>
          </a:xfrm>
        </p:spPr>
        <p:txBody>
          <a:bodyPr/>
          <a:lstStyle/>
          <a:p>
            <a:r>
              <a:rPr lang="en-US" dirty="0"/>
              <a:t>Click to edit Master title style</a:t>
            </a:r>
            <a:endParaRPr lang="en-AU" dirty="0"/>
          </a:p>
        </p:txBody>
      </p:sp>
      <p:sp>
        <p:nvSpPr>
          <p:cNvPr id="16" name="Text Placeholder 5">
            <a:extLst>
              <a:ext uri="{FF2B5EF4-FFF2-40B4-BE49-F238E27FC236}">
                <a16:creationId xmlns:a16="http://schemas.microsoft.com/office/drawing/2014/main" id="{20E119BA-A47F-4967-9FEC-495C9F92A72D}"/>
              </a:ext>
            </a:extLst>
          </p:cNvPr>
          <p:cNvSpPr>
            <a:spLocks noGrp="1"/>
          </p:cNvSpPr>
          <p:nvPr>
            <p:ph type="body" sz="quarter" idx="31" hasCustomPrompt="1"/>
          </p:nvPr>
        </p:nvSpPr>
        <p:spPr>
          <a:xfrm>
            <a:off x="695325" y="1364400"/>
            <a:ext cx="10080000" cy="506132"/>
          </a:xfrm>
          <a:prstGeom prst="rect">
            <a:avLst/>
          </a:prstGeom>
        </p:spPr>
        <p:txBody>
          <a:bodyPr>
            <a:noAutofit/>
          </a:bodyPr>
          <a:lstStyle>
            <a:lvl1pPr>
              <a:lnSpc>
                <a:spcPct val="100000"/>
              </a:lnSpc>
              <a:defRPr sz="1600" b="0">
                <a:solidFill>
                  <a:schemeClr val="tx2"/>
                </a:solidFill>
              </a:defRPr>
            </a:lvl1pPr>
            <a:lvl2pPr marL="612" indent="0">
              <a:buNone/>
              <a:defRPr/>
            </a:lvl2pPr>
          </a:lstStyle>
          <a:p>
            <a:pPr lvl="0"/>
            <a:r>
              <a:rPr lang="en-US" dirty="0"/>
              <a:t>[Subtitle]</a:t>
            </a:r>
          </a:p>
        </p:txBody>
      </p:sp>
      <p:sp>
        <p:nvSpPr>
          <p:cNvPr id="17" name="Content Placeholder 9">
            <a:extLst>
              <a:ext uri="{FF2B5EF4-FFF2-40B4-BE49-F238E27FC236}">
                <a16:creationId xmlns:a16="http://schemas.microsoft.com/office/drawing/2014/main" id="{75AE0700-627C-416D-BA13-5D2F3C8E5562}"/>
              </a:ext>
            </a:extLst>
          </p:cNvPr>
          <p:cNvSpPr>
            <a:spLocks noGrp="1"/>
          </p:cNvSpPr>
          <p:nvPr>
            <p:ph sz="quarter" idx="32"/>
          </p:nvPr>
        </p:nvSpPr>
        <p:spPr>
          <a:xfrm>
            <a:off x="695324" y="2030400"/>
            <a:ext cx="6480795" cy="4064400"/>
          </a:xfrm>
          <a:prstGeom prst="rect">
            <a:avLst/>
          </a:prstGeom>
        </p:spPr>
        <p:txBody>
          <a:bodyPr vert="horz" lIns="0" tIns="0" rIns="0" bIns="0" rtlCol="0">
            <a:noAutofit/>
          </a:bodyPr>
          <a:lstStyle>
            <a:lvl1pPr>
              <a:lnSpc>
                <a:spcPct val="100000"/>
              </a:lnSpc>
              <a:spcAft>
                <a:spcPts val="1200"/>
              </a:spcAft>
              <a:defRPr lang="en-US" sz="1400" dirty="0"/>
            </a:lvl1pPr>
            <a:lvl2pPr>
              <a:lnSpc>
                <a:spcPct val="100000"/>
              </a:lnSpc>
              <a:spcAft>
                <a:spcPts val="1200"/>
              </a:spcAft>
              <a:defRPr lang="en-US" sz="1400" dirty="0"/>
            </a:lvl2pPr>
            <a:lvl3pPr>
              <a:lnSpc>
                <a:spcPct val="100000"/>
              </a:lnSpc>
              <a:spcAft>
                <a:spcPts val="1200"/>
              </a:spcAft>
              <a:defRPr lang="en-US" sz="1400" dirty="0"/>
            </a:lvl3pPr>
            <a:lvl4pPr>
              <a:lnSpc>
                <a:spcPct val="100000"/>
              </a:lnSpc>
              <a:spcAft>
                <a:spcPts val="1200"/>
              </a:spcAft>
              <a:defRPr lang="en-US" sz="1400" dirty="0"/>
            </a:lvl4pPr>
            <a:lvl5pPr>
              <a:lnSpc>
                <a:spcPct val="100000"/>
              </a:lnSpc>
              <a:spcAft>
                <a:spcPts val="1200"/>
              </a:spcAft>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09038238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hasCustomPrompt="1"/>
          </p:nvPr>
        </p:nvSpPr>
        <p:spPr>
          <a:xfrm>
            <a:off x="695327" y="2001916"/>
            <a:ext cx="10801349" cy="3947404"/>
          </a:xfrm>
          <a:prstGeom prst="rect">
            <a:avLst/>
          </a:prstGeom>
          <a:solidFill>
            <a:schemeClr val="bg1">
              <a:lumMod val="95000"/>
            </a:schemeClr>
          </a:solidFill>
        </p:spPr>
        <p:txBody>
          <a:bodyPr anchor="ctr"/>
          <a:lstStyle>
            <a:lvl1pPr marL="0" indent="0" algn="ctr">
              <a:spcBef>
                <a:spcPts val="0"/>
              </a:spcBef>
              <a:spcAft>
                <a:spcPts val="0"/>
              </a:spcAft>
              <a:buNone/>
              <a:defRPr lang="en-AU" dirty="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AU" dirty="0"/>
              <a:t>Click icon to add picture</a:t>
            </a:r>
            <a:br>
              <a:rPr lang="en-AU" dirty="0"/>
            </a:br>
            <a:br>
              <a:rPr lang="en-AU" dirty="0"/>
            </a:br>
            <a:br>
              <a:rPr lang="en-AU" dirty="0"/>
            </a:br>
            <a:endParaRPr lang="en-AU" dirty="0"/>
          </a:p>
        </p:txBody>
      </p:sp>
      <p:sp>
        <p:nvSpPr>
          <p:cNvPr id="4" name="Text Placeholder 3"/>
          <p:cNvSpPr>
            <a:spLocks noGrp="1"/>
          </p:cNvSpPr>
          <p:nvPr>
            <p:ph type="body" sz="half" idx="2" hasCustomPrompt="1"/>
          </p:nvPr>
        </p:nvSpPr>
        <p:spPr>
          <a:xfrm>
            <a:off x="695327" y="5949320"/>
            <a:ext cx="10801348" cy="360000"/>
          </a:xfrm>
          <a:prstGeom prst="rect">
            <a:avLst/>
          </a:prstGeo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7" name="Title 6">
            <a:extLst>
              <a:ext uri="{FF2B5EF4-FFF2-40B4-BE49-F238E27FC236}">
                <a16:creationId xmlns:a16="http://schemas.microsoft.com/office/drawing/2014/main" id="{7328C3BB-E5DD-47D4-B3C1-7A89BC1FE841}"/>
              </a:ext>
            </a:extLst>
          </p:cNvPr>
          <p:cNvSpPr>
            <a:spLocks noGrp="1"/>
          </p:cNvSpPr>
          <p:nvPr>
            <p:ph type="title"/>
          </p:nvPr>
        </p:nvSpPr>
        <p:spPr/>
        <p:txBody>
          <a:bodyPr/>
          <a:lstStyle/>
          <a:p>
            <a:r>
              <a:rPr lang="en-US" dirty="0"/>
              <a:t>Click to edit Master title style</a:t>
            </a:r>
            <a:endParaRPr lang="en-AU" dirty="0"/>
          </a:p>
        </p:txBody>
      </p:sp>
      <p:sp>
        <p:nvSpPr>
          <p:cNvPr id="8" name="Footer Placeholder 7">
            <a:extLst>
              <a:ext uri="{FF2B5EF4-FFF2-40B4-BE49-F238E27FC236}">
                <a16:creationId xmlns:a16="http://schemas.microsoft.com/office/drawing/2014/main" id="{36E1B5CB-C615-403B-B182-EBCD5DAC9E67}"/>
              </a:ext>
            </a:extLst>
          </p:cNvPr>
          <p:cNvSpPr>
            <a:spLocks noGrp="1"/>
          </p:cNvSpPr>
          <p:nvPr>
            <p:ph type="ftr" sz="quarter" idx="17"/>
          </p:nvPr>
        </p:nvSpPr>
        <p:spPr/>
        <p:txBody>
          <a:bodyPr/>
          <a:lstStyle/>
          <a:p>
            <a:endParaRPr lang="en-AU" dirty="0"/>
          </a:p>
        </p:txBody>
      </p:sp>
      <p:sp>
        <p:nvSpPr>
          <p:cNvPr id="12" name="Slide Number Placeholder 11">
            <a:extLst>
              <a:ext uri="{FF2B5EF4-FFF2-40B4-BE49-F238E27FC236}">
                <a16:creationId xmlns:a16="http://schemas.microsoft.com/office/drawing/2014/main" id="{FBA690D5-44C9-4D2D-925E-426FB8864D8D}"/>
              </a:ext>
            </a:extLst>
          </p:cNvPr>
          <p:cNvSpPr>
            <a:spLocks noGrp="1"/>
          </p:cNvSpPr>
          <p:nvPr>
            <p:ph type="sldNum" sz="quarter" idx="18"/>
          </p:nvPr>
        </p:nvSpPr>
        <p:spPr/>
        <p:txBody>
          <a:bodyPr/>
          <a:lstStyle/>
          <a:p>
            <a:fld id="{E917DE0E-AFB1-41FD-BC35-27DB61CA125F}" type="slidenum">
              <a:rPr lang="en-AU" smtClean="0"/>
              <a:pPr/>
              <a:t>‹#›</a:t>
            </a:fld>
            <a:endParaRPr lang="en-AU" dirty="0"/>
          </a:p>
        </p:txBody>
      </p:sp>
      <p:sp>
        <p:nvSpPr>
          <p:cNvPr id="14" name="Text Placeholder 5">
            <a:extLst>
              <a:ext uri="{FF2B5EF4-FFF2-40B4-BE49-F238E27FC236}">
                <a16:creationId xmlns:a16="http://schemas.microsoft.com/office/drawing/2014/main" id="{FE9E9E33-B596-4A72-ACBD-699AC270638F}"/>
              </a:ext>
            </a:extLst>
          </p:cNvPr>
          <p:cNvSpPr>
            <a:spLocks noGrp="1"/>
          </p:cNvSpPr>
          <p:nvPr>
            <p:ph type="body" sz="quarter" idx="31" hasCustomPrompt="1"/>
          </p:nvPr>
        </p:nvSpPr>
        <p:spPr>
          <a:xfrm>
            <a:off x="695325" y="1364400"/>
            <a:ext cx="9576000" cy="506132"/>
          </a:xfrm>
          <a:prstGeom prst="rect">
            <a:avLst/>
          </a:prstGeom>
        </p:spPr>
        <p:txBody>
          <a:bodyPr>
            <a:noAutofit/>
          </a:bodyPr>
          <a:lstStyle>
            <a:lvl1pPr>
              <a:lnSpc>
                <a:spcPct val="100000"/>
              </a:lnSpc>
              <a:defRPr sz="1600" b="0">
                <a:solidFill>
                  <a:schemeClr val="tx2"/>
                </a:solidFill>
              </a:defRPr>
            </a:lvl1pPr>
            <a:lvl2pPr marL="612" indent="0">
              <a:buNone/>
              <a:defRPr/>
            </a:lvl2pPr>
          </a:lstStyle>
          <a:p>
            <a:pPr lvl="0"/>
            <a:r>
              <a:rPr lang="en-US" dirty="0"/>
              <a:t>[Subtitle]</a:t>
            </a:r>
          </a:p>
        </p:txBody>
      </p:sp>
    </p:spTree>
    <p:extLst>
      <p:ext uri="{BB962C8B-B14F-4D97-AF65-F5344CB8AC3E}">
        <p14:creationId xmlns:p14="http://schemas.microsoft.com/office/powerpoint/2010/main" val="400272532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and table_purp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B9EE8B-9737-4CD0-834C-9321616FE29F}"/>
              </a:ext>
            </a:extLst>
          </p:cNvPr>
          <p:cNvSpPr>
            <a:spLocks noGrp="1"/>
          </p:cNvSpPr>
          <p:nvPr>
            <p:ph type="title"/>
          </p:nvPr>
        </p:nvSpPr>
        <p:spPr/>
        <p:txBody>
          <a:bodyPr/>
          <a:lstStyle/>
          <a:p>
            <a:r>
              <a:rPr lang="en-US"/>
              <a:t>Click to edit Master title style</a:t>
            </a:r>
            <a:endParaRPr lang="en-AU" dirty="0"/>
          </a:p>
        </p:txBody>
      </p:sp>
      <p:sp>
        <p:nvSpPr>
          <p:cNvPr id="4" name="Footer Placeholder 3">
            <a:extLst>
              <a:ext uri="{FF2B5EF4-FFF2-40B4-BE49-F238E27FC236}">
                <a16:creationId xmlns:a16="http://schemas.microsoft.com/office/drawing/2014/main" id="{D307EFFC-A8F6-46B6-82DB-6FB3399678B7}"/>
              </a:ext>
            </a:extLst>
          </p:cNvPr>
          <p:cNvSpPr>
            <a:spLocks noGrp="1"/>
          </p:cNvSpPr>
          <p:nvPr>
            <p:ph type="ftr" sz="quarter" idx="17"/>
          </p:nvPr>
        </p:nvSpPr>
        <p:spPr/>
        <p:txBody>
          <a:bodyPr/>
          <a:lstStyle/>
          <a:p>
            <a:endParaRPr lang="en-AU" dirty="0"/>
          </a:p>
        </p:txBody>
      </p:sp>
      <p:sp>
        <p:nvSpPr>
          <p:cNvPr id="10" name="Slide Number Placeholder 9">
            <a:extLst>
              <a:ext uri="{FF2B5EF4-FFF2-40B4-BE49-F238E27FC236}">
                <a16:creationId xmlns:a16="http://schemas.microsoft.com/office/drawing/2014/main" id="{11037509-88E8-46BB-B6E5-FC65A58ADE60}"/>
              </a:ext>
            </a:extLst>
          </p:cNvPr>
          <p:cNvSpPr>
            <a:spLocks noGrp="1"/>
          </p:cNvSpPr>
          <p:nvPr>
            <p:ph type="sldNum" sz="quarter" idx="18"/>
          </p:nvPr>
        </p:nvSpPr>
        <p:spPr/>
        <p:txBody>
          <a:bodyPr/>
          <a:lstStyle/>
          <a:p>
            <a:fld id="{E917DE0E-AFB1-41FD-BC35-27DB61CA125F}" type="slidenum">
              <a:rPr lang="en-AU" smtClean="0"/>
              <a:pPr/>
              <a:t>‹#›</a:t>
            </a:fld>
            <a:endParaRPr lang="en-AU" dirty="0"/>
          </a:p>
        </p:txBody>
      </p:sp>
      <p:sp>
        <p:nvSpPr>
          <p:cNvPr id="6" name="Rectangle 5">
            <a:extLst>
              <a:ext uri="{FF2B5EF4-FFF2-40B4-BE49-F238E27FC236}">
                <a16:creationId xmlns:a16="http://schemas.microsoft.com/office/drawing/2014/main" id="{F394381A-1796-48D3-99D8-9D18726C1C17}"/>
              </a:ext>
            </a:extLst>
          </p:cNvPr>
          <p:cNvSpPr/>
          <p:nvPr userDrawn="1"/>
        </p:nvSpPr>
        <p:spPr>
          <a:xfrm flipV="1">
            <a:off x="-7364" y="2030400"/>
            <a:ext cx="12199364" cy="441176"/>
          </a:xfrm>
          <a:prstGeom prst="rect">
            <a:avLst/>
          </a:prstGeom>
          <a:gradFill flip="none" rotWithShape="1">
            <a:gsLst>
              <a:gs pos="38000">
                <a:schemeClr val="accent1"/>
              </a:gs>
              <a:gs pos="0">
                <a:schemeClr val="accent2"/>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able Placeholder 4">
            <a:extLst>
              <a:ext uri="{FF2B5EF4-FFF2-40B4-BE49-F238E27FC236}">
                <a16:creationId xmlns:a16="http://schemas.microsoft.com/office/drawing/2014/main" id="{0D5A62B6-F116-49B4-8113-732AC813C248}"/>
              </a:ext>
            </a:extLst>
          </p:cNvPr>
          <p:cNvSpPr>
            <a:spLocks noGrp="1"/>
          </p:cNvSpPr>
          <p:nvPr>
            <p:ph type="tbl" sz="quarter" idx="19"/>
          </p:nvPr>
        </p:nvSpPr>
        <p:spPr>
          <a:xfrm>
            <a:off x="695325" y="2030400"/>
            <a:ext cx="10801350" cy="3895356"/>
          </a:xfrm>
        </p:spPr>
        <p:txBody>
          <a:bodyPr/>
          <a:lstStyle>
            <a:lvl1pPr>
              <a:defRPr>
                <a:solidFill>
                  <a:schemeClr val="bg1"/>
                </a:solidFill>
              </a:defRPr>
            </a:lvl1pPr>
          </a:lstStyle>
          <a:p>
            <a:r>
              <a:rPr lang="en-US"/>
              <a:t>Click icon to add table</a:t>
            </a:r>
            <a:endParaRPr lang="en-AU"/>
          </a:p>
        </p:txBody>
      </p:sp>
      <p:sp>
        <p:nvSpPr>
          <p:cNvPr id="9" name="Text Placeholder 5">
            <a:extLst>
              <a:ext uri="{FF2B5EF4-FFF2-40B4-BE49-F238E27FC236}">
                <a16:creationId xmlns:a16="http://schemas.microsoft.com/office/drawing/2014/main" id="{2CBC60DA-95B5-4B8A-9C10-E7B105A01E42}"/>
              </a:ext>
            </a:extLst>
          </p:cNvPr>
          <p:cNvSpPr>
            <a:spLocks noGrp="1"/>
          </p:cNvSpPr>
          <p:nvPr>
            <p:ph type="body" sz="quarter" idx="31" hasCustomPrompt="1"/>
          </p:nvPr>
        </p:nvSpPr>
        <p:spPr>
          <a:xfrm>
            <a:off x="695326" y="1364400"/>
            <a:ext cx="9575999" cy="506132"/>
          </a:xfrm>
          <a:prstGeom prst="rect">
            <a:avLst/>
          </a:prstGeom>
        </p:spPr>
        <p:txBody>
          <a:bodyPr>
            <a:noAutofit/>
          </a:bodyPr>
          <a:lstStyle>
            <a:lvl1pPr>
              <a:lnSpc>
                <a:spcPct val="100000"/>
              </a:lnSpc>
              <a:defRPr sz="1600" b="0">
                <a:solidFill>
                  <a:schemeClr val="tx2"/>
                </a:solidFill>
              </a:defRPr>
            </a:lvl1pPr>
            <a:lvl2pPr marL="612" indent="0">
              <a:buNone/>
              <a:defRPr/>
            </a:lvl2pPr>
          </a:lstStyle>
          <a:p>
            <a:pPr lvl="0"/>
            <a:r>
              <a:rPr lang="en-US" dirty="0"/>
              <a:t>[Subtitle]</a:t>
            </a:r>
          </a:p>
        </p:txBody>
      </p:sp>
    </p:spTree>
    <p:extLst>
      <p:ext uri="{BB962C8B-B14F-4D97-AF65-F5344CB8AC3E}">
        <p14:creationId xmlns:p14="http://schemas.microsoft.com/office/powerpoint/2010/main" val="174512208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_Title and table_purp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B9EE8B-9737-4CD0-834C-9321616FE29F}"/>
              </a:ext>
            </a:extLst>
          </p:cNvPr>
          <p:cNvSpPr>
            <a:spLocks noGrp="1"/>
          </p:cNvSpPr>
          <p:nvPr>
            <p:ph type="title"/>
          </p:nvPr>
        </p:nvSpPr>
        <p:spPr>
          <a:xfrm>
            <a:off x="551384" y="476672"/>
            <a:ext cx="9576000" cy="469056"/>
          </a:xfrm>
        </p:spPr>
        <p:txBody>
          <a:bodyPr/>
          <a:lstStyle/>
          <a:p>
            <a:r>
              <a:rPr lang="en-US"/>
              <a:t>Click to edit Master title style</a:t>
            </a:r>
            <a:endParaRPr lang="en-AU" dirty="0"/>
          </a:p>
        </p:txBody>
      </p:sp>
      <p:sp>
        <p:nvSpPr>
          <p:cNvPr id="6" name="Rectangle 5">
            <a:extLst>
              <a:ext uri="{FF2B5EF4-FFF2-40B4-BE49-F238E27FC236}">
                <a16:creationId xmlns:a16="http://schemas.microsoft.com/office/drawing/2014/main" id="{F394381A-1796-48D3-99D8-9D18726C1C17}"/>
              </a:ext>
            </a:extLst>
          </p:cNvPr>
          <p:cNvSpPr/>
          <p:nvPr userDrawn="1"/>
        </p:nvSpPr>
        <p:spPr>
          <a:xfrm flipV="1">
            <a:off x="-7364" y="1340768"/>
            <a:ext cx="12199364" cy="441176"/>
          </a:xfrm>
          <a:prstGeom prst="rect">
            <a:avLst/>
          </a:prstGeom>
          <a:gradFill flip="none" rotWithShape="1">
            <a:gsLst>
              <a:gs pos="38000">
                <a:schemeClr val="accent1"/>
              </a:gs>
              <a:gs pos="0">
                <a:schemeClr val="accent2"/>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7525565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Back Cover_Purple+UQ">
    <p:bg>
      <p:bgPr>
        <a:gradFill>
          <a:gsLst>
            <a:gs pos="0">
              <a:srgbClr val="962A8B"/>
            </a:gs>
            <a:gs pos="61000">
              <a:schemeClr val="accent1"/>
            </a:gs>
          </a:gsLst>
          <a:lin ang="0" scaled="1"/>
        </a:gra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6F98853-2263-DFE9-D4DB-3497445667D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314000" y="360000"/>
            <a:ext cx="1512000" cy="396444"/>
          </a:xfrm>
          <a:prstGeom prst="rect">
            <a:avLst/>
          </a:prstGeom>
        </p:spPr>
      </p:pic>
      <p:sp>
        <p:nvSpPr>
          <p:cNvPr id="3" name="Text Placeholder 6">
            <a:extLst>
              <a:ext uri="{FF2B5EF4-FFF2-40B4-BE49-F238E27FC236}">
                <a16:creationId xmlns:a16="http://schemas.microsoft.com/office/drawing/2014/main" id="{7B65A8D6-333F-3A35-FE2C-6A94DC5C9F32}"/>
              </a:ext>
            </a:extLst>
          </p:cNvPr>
          <p:cNvSpPr>
            <a:spLocks noGrp="1"/>
          </p:cNvSpPr>
          <p:nvPr>
            <p:ph type="body" sz="quarter" idx="10" hasCustomPrompt="1"/>
          </p:nvPr>
        </p:nvSpPr>
        <p:spPr bwMode="white">
          <a:xfrm>
            <a:off x="1271464" y="3266052"/>
            <a:ext cx="3254263" cy="276999"/>
          </a:xfrm>
          <a:prstGeom prst="rect">
            <a:avLst/>
          </a:prstGeom>
        </p:spPr>
        <p:txBody>
          <a:bodyPr vert="horz" lIns="0" tIns="0" rIns="0" bIns="0" rtlCol="0" anchor="t">
            <a:spAutoFit/>
          </a:bodyPr>
          <a:lstStyle>
            <a:lvl1pPr>
              <a:defRPr lang="en-US" sz="1800" b="0" spc="0" baseline="0" dirty="0">
                <a:solidFill>
                  <a:schemeClr val="bg1"/>
                </a:solidFill>
                <a:latin typeface="+mn-lt"/>
                <a:ea typeface="+mj-ea"/>
                <a:cs typeface="+mj-cs"/>
              </a:defRPr>
            </a:lvl1pPr>
          </a:lstStyle>
          <a:p>
            <a:pPr lvl="0">
              <a:lnSpc>
                <a:spcPct val="100000"/>
              </a:lnSpc>
              <a:spcBef>
                <a:spcPct val="0"/>
              </a:spcBef>
            </a:pPr>
            <a:r>
              <a:rPr lang="en-US" dirty="0"/>
              <a:t>Name surname</a:t>
            </a:r>
          </a:p>
        </p:txBody>
      </p:sp>
      <p:sp>
        <p:nvSpPr>
          <p:cNvPr id="6" name="Title 1">
            <a:extLst>
              <a:ext uri="{FF2B5EF4-FFF2-40B4-BE49-F238E27FC236}">
                <a16:creationId xmlns:a16="http://schemas.microsoft.com/office/drawing/2014/main" id="{ED0B99CD-2BA7-392D-787E-F00370E1BE75}"/>
              </a:ext>
            </a:extLst>
          </p:cNvPr>
          <p:cNvSpPr>
            <a:spLocks noGrp="1"/>
          </p:cNvSpPr>
          <p:nvPr>
            <p:ph type="title" hasCustomPrompt="1"/>
          </p:nvPr>
        </p:nvSpPr>
        <p:spPr bwMode="white">
          <a:xfrm>
            <a:off x="1271464" y="2420888"/>
            <a:ext cx="3192289" cy="720081"/>
          </a:xfrm>
        </p:spPr>
        <p:txBody>
          <a:bodyPr vert="horz" lIns="0" tIns="0" rIns="0" bIns="0" rtlCol="0" anchor="t" anchorCtr="0">
            <a:normAutofit/>
          </a:bodyPr>
          <a:lstStyle>
            <a:lvl1pPr>
              <a:defRPr lang="en-AU" sz="3600" spc="0" baseline="0" dirty="0">
                <a:solidFill>
                  <a:schemeClr val="bg1"/>
                </a:solidFill>
                <a:latin typeface="+mn-lt"/>
              </a:defRPr>
            </a:lvl1pPr>
          </a:lstStyle>
          <a:p>
            <a:pPr marL="0" lvl="0"/>
            <a:r>
              <a:rPr lang="en-US" dirty="0"/>
              <a:t>Contact</a:t>
            </a:r>
            <a:endParaRPr lang="en-AU" dirty="0"/>
          </a:p>
        </p:txBody>
      </p:sp>
      <p:sp>
        <p:nvSpPr>
          <p:cNvPr id="8" name="Text Placeholder 6">
            <a:extLst>
              <a:ext uri="{FF2B5EF4-FFF2-40B4-BE49-F238E27FC236}">
                <a16:creationId xmlns:a16="http://schemas.microsoft.com/office/drawing/2014/main" id="{947023C6-07DE-C4CE-B53E-9EBD38970370}"/>
              </a:ext>
            </a:extLst>
          </p:cNvPr>
          <p:cNvSpPr>
            <a:spLocks noGrp="1"/>
          </p:cNvSpPr>
          <p:nvPr>
            <p:ph type="body" sz="quarter" idx="16" hasCustomPrompt="1"/>
          </p:nvPr>
        </p:nvSpPr>
        <p:spPr bwMode="white">
          <a:xfrm>
            <a:off x="1271464" y="3606924"/>
            <a:ext cx="3254263" cy="215444"/>
          </a:xfrm>
          <a:prstGeom prst="rect">
            <a:avLst/>
          </a:prstGeom>
        </p:spPr>
        <p:txBody>
          <a:bodyPr vert="horz" lIns="0" tIns="0" rIns="0" bIns="0" rtlCol="0" anchor="t">
            <a:spAutoFit/>
          </a:bodyPr>
          <a:lstStyle>
            <a:lvl1pPr>
              <a:defRPr lang="en-US" sz="1400" b="0" spc="0" baseline="0" dirty="0" smtClean="0">
                <a:solidFill>
                  <a:schemeClr val="bg1"/>
                </a:solidFill>
                <a:latin typeface="+mn-lt"/>
                <a:ea typeface="+mj-ea"/>
                <a:cs typeface="+mj-cs"/>
              </a:defRPr>
            </a:lvl1pPr>
          </a:lstStyle>
          <a:p>
            <a:pPr lvl="0">
              <a:lnSpc>
                <a:spcPct val="100000"/>
              </a:lnSpc>
              <a:spcBef>
                <a:spcPct val="0"/>
              </a:spcBef>
            </a:pPr>
            <a:r>
              <a:rPr lang="en-US" dirty="0"/>
              <a:t>Title</a:t>
            </a:r>
          </a:p>
        </p:txBody>
      </p:sp>
      <p:sp>
        <p:nvSpPr>
          <p:cNvPr id="10" name="Text Placeholder 6">
            <a:extLst>
              <a:ext uri="{FF2B5EF4-FFF2-40B4-BE49-F238E27FC236}">
                <a16:creationId xmlns:a16="http://schemas.microsoft.com/office/drawing/2014/main" id="{E429A183-2352-05DD-CC45-E9252D454D65}"/>
              </a:ext>
            </a:extLst>
          </p:cNvPr>
          <p:cNvSpPr>
            <a:spLocks noGrp="1"/>
          </p:cNvSpPr>
          <p:nvPr>
            <p:ph type="body" sz="quarter" idx="17" hasCustomPrompt="1"/>
          </p:nvPr>
        </p:nvSpPr>
        <p:spPr bwMode="white">
          <a:xfrm>
            <a:off x="1271464" y="3861048"/>
            <a:ext cx="448841" cy="215444"/>
          </a:xfrm>
          <a:prstGeom prst="rect">
            <a:avLst/>
          </a:prstGeom>
        </p:spPr>
        <p:txBody>
          <a:bodyPr vert="horz" wrap="none" lIns="0" tIns="0" rIns="0" bIns="0" rtlCol="0" anchor="t">
            <a:spAutoFit/>
          </a:bodyPr>
          <a:lstStyle>
            <a:lvl1pPr>
              <a:defRPr lang="en-US" sz="1400" b="0" spc="0" baseline="0" dirty="0" smtClean="0">
                <a:solidFill>
                  <a:schemeClr val="bg1"/>
                </a:solidFill>
                <a:latin typeface="+mn-lt"/>
                <a:ea typeface="+mj-ea"/>
                <a:cs typeface="+mj-cs"/>
              </a:defRPr>
            </a:lvl1pPr>
          </a:lstStyle>
          <a:p>
            <a:pPr lvl="0">
              <a:lnSpc>
                <a:spcPct val="100000"/>
              </a:lnSpc>
              <a:spcBef>
                <a:spcPct val="0"/>
              </a:spcBef>
            </a:pPr>
            <a:r>
              <a:rPr lang="en-US" dirty="0"/>
              <a:t>Email</a:t>
            </a:r>
          </a:p>
        </p:txBody>
      </p:sp>
      <p:sp>
        <p:nvSpPr>
          <p:cNvPr id="11" name="Text Placeholder 6">
            <a:extLst>
              <a:ext uri="{FF2B5EF4-FFF2-40B4-BE49-F238E27FC236}">
                <a16:creationId xmlns:a16="http://schemas.microsoft.com/office/drawing/2014/main" id="{185FFE91-4FCD-98F3-36EB-B45F67ECA3B6}"/>
              </a:ext>
            </a:extLst>
          </p:cNvPr>
          <p:cNvSpPr>
            <a:spLocks noGrp="1"/>
          </p:cNvSpPr>
          <p:nvPr>
            <p:ph type="body" sz="quarter" idx="18" hasCustomPrompt="1"/>
          </p:nvPr>
        </p:nvSpPr>
        <p:spPr bwMode="white">
          <a:xfrm>
            <a:off x="1271464" y="4123556"/>
            <a:ext cx="517770" cy="215444"/>
          </a:xfrm>
          <a:prstGeom prst="rect">
            <a:avLst/>
          </a:prstGeom>
        </p:spPr>
        <p:txBody>
          <a:bodyPr vert="horz" wrap="none" lIns="0" tIns="0" rIns="0" bIns="0" rtlCol="0" anchor="t">
            <a:spAutoFit/>
          </a:bodyPr>
          <a:lstStyle>
            <a:lvl1pPr>
              <a:defRPr lang="en-US" sz="1400" b="0" spc="0" baseline="0" dirty="0" smtClean="0">
                <a:solidFill>
                  <a:schemeClr val="bg1"/>
                </a:solidFill>
                <a:latin typeface="+mn-lt"/>
                <a:ea typeface="+mj-ea"/>
                <a:cs typeface="+mj-cs"/>
              </a:defRPr>
            </a:lvl1pPr>
          </a:lstStyle>
          <a:p>
            <a:pPr lvl="0">
              <a:lnSpc>
                <a:spcPct val="100000"/>
              </a:lnSpc>
              <a:spcBef>
                <a:spcPct val="0"/>
              </a:spcBef>
            </a:pPr>
            <a:r>
              <a:rPr lang="en-US" dirty="0"/>
              <a:t>Phone</a:t>
            </a:r>
          </a:p>
        </p:txBody>
      </p:sp>
      <p:sp>
        <p:nvSpPr>
          <p:cNvPr id="12" name="Text Placeholder 50">
            <a:extLst>
              <a:ext uri="{FF2B5EF4-FFF2-40B4-BE49-F238E27FC236}">
                <a16:creationId xmlns:a16="http://schemas.microsoft.com/office/drawing/2014/main" id="{323BE556-8095-6235-FA78-683A56927C1A}"/>
              </a:ext>
            </a:extLst>
          </p:cNvPr>
          <p:cNvSpPr>
            <a:spLocks noGrp="1"/>
          </p:cNvSpPr>
          <p:nvPr>
            <p:ph type="body" sz="quarter" idx="19" hasCustomPrompt="1"/>
          </p:nvPr>
        </p:nvSpPr>
        <p:spPr>
          <a:xfrm>
            <a:off x="1271446" y="4797150"/>
            <a:ext cx="251419" cy="258205"/>
          </a:xfrm>
          <a:custGeom>
            <a:avLst/>
            <a:gdLst>
              <a:gd name="connsiteX0" fmla="*/ 2166 w 251419"/>
              <a:gd name="connsiteY0" fmla="*/ 0 h 258205"/>
              <a:gd name="connsiteX1" fmla="*/ 249239 w 251419"/>
              <a:gd name="connsiteY1" fmla="*/ 0 h 258205"/>
              <a:gd name="connsiteX2" fmla="*/ 251419 w 251419"/>
              <a:gd name="connsiteY2" fmla="*/ 2144 h 258205"/>
              <a:gd name="connsiteX3" fmla="*/ 251419 w 251419"/>
              <a:gd name="connsiteY3" fmla="*/ 256168 h 258205"/>
              <a:gd name="connsiteX4" fmla="*/ 249386 w 251419"/>
              <a:gd name="connsiteY4" fmla="*/ 258184 h 258205"/>
              <a:gd name="connsiteX5" fmla="*/ 173327 w 251419"/>
              <a:gd name="connsiteY5" fmla="*/ 258139 h 258205"/>
              <a:gd name="connsiteX6" fmla="*/ 172109 w 251419"/>
              <a:gd name="connsiteY6" fmla="*/ 254871 h 258205"/>
              <a:gd name="connsiteX7" fmla="*/ 172109 w 251419"/>
              <a:gd name="connsiteY7" fmla="*/ 243272 h 258205"/>
              <a:gd name="connsiteX8" fmla="*/ 172109 w 251419"/>
              <a:gd name="connsiteY8" fmla="*/ 164416 h 258205"/>
              <a:gd name="connsiteX9" fmla="*/ 172109 w 251419"/>
              <a:gd name="connsiteY9" fmla="*/ 161390 h 258205"/>
              <a:gd name="connsiteX10" fmla="*/ 176288 w 251419"/>
              <a:gd name="connsiteY10" fmla="*/ 157088 h 258205"/>
              <a:gd name="connsiteX11" fmla="*/ 197894 w 251419"/>
              <a:gd name="connsiteY11" fmla="*/ 157088 h 258205"/>
              <a:gd name="connsiteX12" fmla="*/ 201081 w 251419"/>
              <a:gd name="connsiteY12" fmla="*/ 157017 h 258205"/>
              <a:gd name="connsiteX13" fmla="*/ 205437 w 251419"/>
              <a:gd name="connsiteY13" fmla="*/ 152856 h 258205"/>
              <a:gd name="connsiteX14" fmla="*/ 208383 w 251419"/>
              <a:gd name="connsiteY14" fmla="*/ 130132 h 258205"/>
              <a:gd name="connsiteX15" fmla="*/ 209183 w 251419"/>
              <a:gd name="connsiteY15" fmla="*/ 123888 h 258205"/>
              <a:gd name="connsiteX16" fmla="*/ 205427 w 251419"/>
              <a:gd name="connsiteY16" fmla="*/ 119349 h 258205"/>
              <a:gd name="connsiteX17" fmla="*/ 194133 w 251419"/>
              <a:gd name="connsiteY17" fmla="*/ 119289 h 258205"/>
              <a:gd name="connsiteX18" fmla="*/ 176219 w 251419"/>
              <a:gd name="connsiteY18" fmla="*/ 119289 h 258205"/>
              <a:gd name="connsiteX19" fmla="*/ 172119 w 251419"/>
              <a:gd name="connsiteY19" fmla="*/ 115219 h 258205"/>
              <a:gd name="connsiteX20" fmla="*/ 172119 w 251419"/>
              <a:gd name="connsiteY20" fmla="*/ 90774 h 258205"/>
              <a:gd name="connsiteX21" fmla="*/ 183816 w 251419"/>
              <a:gd name="connsiteY21" fmla="*/ 74338 h 258205"/>
              <a:gd name="connsiteX22" fmla="*/ 187459 w 251419"/>
              <a:gd name="connsiteY22" fmla="*/ 73929 h 258205"/>
              <a:gd name="connsiteX23" fmla="*/ 205859 w 251419"/>
              <a:gd name="connsiteY23" fmla="*/ 73894 h 258205"/>
              <a:gd name="connsiteX24" fmla="*/ 210828 w 251419"/>
              <a:gd name="connsiteY24" fmla="*/ 68967 h 258205"/>
              <a:gd name="connsiteX25" fmla="*/ 210828 w 251419"/>
              <a:gd name="connsiteY25" fmla="*/ 44522 h 258205"/>
              <a:gd name="connsiteX26" fmla="*/ 206974 w 251419"/>
              <a:gd name="connsiteY26" fmla="*/ 39782 h 258205"/>
              <a:gd name="connsiteX27" fmla="*/ 170970 w 251419"/>
              <a:gd name="connsiteY27" fmla="*/ 40654 h 258205"/>
              <a:gd name="connsiteX28" fmla="*/ 135299 w 251419"/>
              <a:gd name="connsiteY28" fmla="*/ 83028 h 258205"/>
              <a:gd name="connsiteX29" fmla="*/ 135299 w 251419"/>
              <a:gd name="connsiteY29" fmla="*/ 114295 h 258205"/>
              <a:gd name="connsiteX30" fmla="*/ 130350 w 251419"/>
              <a:gd name="connsiteY30" fmla="*/ 119278 h 258205"/>
              <a:gd name="connsiteX31" fmla="*/ 108744 w 251419"/>
              <a:gd name="connsiteY31" fmla="*/ 119278 h 258205"/>
              <a:gd name="connsiteX32" fmla="*/ 102414 w 251419"/>
              <a:gd name="connsiteY32" fmla="*/ 125643 h 258205"/>
              <a:gd name="connsiteX33" fmla="*/ 102414 w 251419"/>
              <a:gd name="connsiteY33" fmla="*/ 150859 h 258205"/>
              <a:gd name="connsiteX34" fmla="*/ 108385 w 251419"/>
              <a:gd name="connsiteY34" fmla="*/ 157088 h 258205"/>
              <a:gd name="connsiteX35" fmla="*/ 131464 w 251419"/>
              <a:gd name="connsiteY35" fmla="*/ 157088 h 258205"/>
              <a:gd name="connsiteX36" fmla="*/ 135295 w 251419"/>
              <a:gd name="connsiteY36" fmla="*/ 160916 h 258205"/>
              <a:gd name="connsiteX37" fmla="*/ 135295 w 251419"/>
              <a:gd name="connsiteY37" fmla="*/ 254412 h 258205"/>
              <a:gd name="connsiteX38" fmla="*/ 134048 w 251419"/>
              <a:gd name="connsiteY38" fmla="*/ 258159 h 258205"/>
              <a:gd name="connsiteX39" fmla="*/ 2047 w 251419"/>
              <a:gd name="connsiteY39" fmla="*/ 258205 h 258205"/>
              <a:gd name="connsiteX40" fmla="*/ 0 w 251419"/>
              <a:gd name="connsiteY40" fmla="*/ 256188 h 258205"/>
              <a:gd name="connsiteX41" fmla="*/ 0 w 251419"/>
              <a:gd name="connsiteY41" fmla="*/ 2159 h 258205"/>
              <a:gd name="connsiteX42" fmla="*/ 2166 w 251419"/>
              <a:gd name="connsiteY42" fmla="*/ 0 h 258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251419" h="258205">
                <a:moveTo>
                  <a:pt x="2166" y="0"/>
                </a:moveTo>
                <a:cubicBezTo>
                  <a:pt x="84525" y="51"/>
                  <a:pt x="166882" y="51"/>
                  <a:pt x="249239" y="0"/>
                </a:cubicBezTo>
                <a:cubicBezTo>
                  <a:pt x="250903" y="0"/>
                  <a:pt x="251424" y="212"/>
                  <a:pt x="251419" y="2144"/>
                </a:cubicBezTo>
                <a:cubicBezTo>
                  <a:pt x="251357" y="86820"/>
                  <a:pt x="251357" y="171495"/>
                  <a:pt x="251419" y="256168"/>
                </a:cubicBezTo>
                <a:cubicBezTo>
                  <a:pt x="251419" y="257937"/>
                  <a:pt x="251026" y="258215"/>
                  <a:pt x="249386" y="258184"/>
                </a:cubicBezTo>
                <a:cubicBezTo>
                  <a:pt x="224035" y="258120"/>
                  <a:pt x="198682" y="258106"/>
                  <a:pt x="173327" y="258139"/>
                </a:cubicBezTo>
                <a:cubicBezTo>
                  <a:pt x="172271" y="257307"/>
                  <a:pt x="172114" y="256122"/>
                  <a:pt x="172109" y="254871"/>
                </a:cubicBezTo>
                <a:cubicBezTo>
                  <a:pt x="172109" y="251003"/>
                  <a:pt x="172109" y="247140"/>
                  <a:pt x="172109" y="243272"/>
                </a:cubicBezTo>
                <a:lnTo>
                  <a:pt x="172109" y="164416"/>
                </a:lnTo>
                <a:cubicBezTo>
                  <a:pt x="172109" y="163406"/>
                  <a:pt x="172109" y="162398"/>
                  <a:pt x="172109" y="161390"/>
                </a:cubicBezTo>
                <a:cubicBezTo>
                  <a:pt x="172168" y="157793"/>
                  <a:pt x="172796" y="157107"/>
                  <a:pt x="176288" y="157088"/>
                </a:cubicBezTo>
                <a:cubicBezTo>
                  <a:pt x="183487" y="157047"/>
                  <a:pt x="190681" y="157088"/>
                  <a:pt x="197894" y="157088"/>
                </a:cubicBezTo>
                <a:cubicBezTo>
                  <a:pt x="198955" y="157088"/>
                  <a:pt x="200020" y="157113"/>
                  <a:pt x="201081" y="157017"/>
                </a:cubicBezTo>
                <a:cubicBezTo>
                  <a:pt x="203900" y="156760"/>
                  <a:pt x="205010" y="155781"/>
                  <a:pt x="205437" y="152856"/>
                </a:cubicBezTo>
                <a:cubicBezTo>
                  <a:pt x="206512" y="145292"/>
                  <a:pt x="207465" y="137727"/>
                  <a:pt x="208383" y="130132"/>
                </a:cubicBezTo>
                <a:cubicBezTo>
                  <a:pt x="208638" y="128048"/>
                  <a:pt x="208987" y="125976"/>
                  <a:pt x="209183" y="123888"/>
                </a:cubicBezTo>
                <a:cubicBezTo>
                  <a:pt x="209478" y="120726"/>
                  <a:pt x="208496" y="119485"/>
                  <a:pt x="205427" y="119349"/>
                </a:cubicBezTo>
                <a:cubicBezTo>
                  <a:pt x="201665" y="119178"/>
                  <a:pt x="197904" y="119298"/>
                  <a:pt x="194133" y="119289"/>
                </a:cubicBezTo>
                <a:cubicBezTo>
                  <a:pt x="188161" y="119289"/>
                  <a:pt x="182190" y="119314"/>
                  <a:pt x="176219" y="119289"/>
                </a:cubicBezTo>
                <a:cubicBezTo>
                  <a:pt x="172738" y="119289"/>
                  <a:pt x="172138" y="118688"/>
                  <a:pt x="172119" y="115219"/>
                </a:cubicBezTo>
                <a:cubicBezTo>
                  <a:pt x="172075" y="107074"/>
                  <a:pt x="172035" y="98924"/>
                  <a:pt x="172119" y="90774"/>
                </a:cubicBezTo>
                <a:cubicBezTo>
                  <a:pt x="172202" y="82624"/>
                  <a:pt x="176691" y="76435"/>
                  <a:pt x="183816" y="74338"/>
                </a:cubicBezTo>
                <a:cubicBezTo>
                  <a:pt x="185006" y="74029"/>
                  <a:pt x="186232" y="73892"/>
                  <a:pt x="187459" y="73929"/>
                </a:cubicBezTo>
                <a:cubicBezTo>
                  <a:pt x="193593" y="73929"/>
                  <a:pt x="199735" y="73995"/>
                  <a:pt x="205859" y="73894"/>
                </a:cubicBezTo>
                <a:cubicBezTo>
                  <a:pt x="209664" y="73833"/>
                  <a:pt x="210769" y="72754"/>
                  <a:pt x="210828" y="68967"/>
                </a:cubicBezTo>
                <a:cubicBezTo>
                  <a:pt x="210927" y="60817"/>
                  <a:pt x="210927" y="52669"/>
                  <a:pt x="210828" y="44522"/>
                </a:cubicBezTo>
                <a:cubicBezTo>
                  <a:pt x="210784" y="41204"/>
                  <a:pt x="209763" y="39791"/>
                  <a:pt x="206974" y="39782"/>
                </a:cubicBezTo>
                <a:cubicBezTo>
                  <a:pt x="194967" y="39736"/>
                  <a:pt x="182912" y="38813"/>
                  <a:pt x="170970" y="40654"/>
                </a:cubicBezTo>
                <a:cubicBezTo>
                  <a:pt x="150559" y="43862"/>
                  <a:pt x="135441" y="61821"/>
                  <a:pt x="135299" y="83028"/>
                </a:cubicBezTo>
                <a:cubicBezTo>
                  <a:pt x="135231" y="93441"/>
                  <a:pt x="135299" y="103861"/>
                  <a:pt x="135299" y="114295"/>
                </a:cubicBezTo>
                <a:cubicBezTo>
                  <a:pt x="135299" y="118834"/>
                  <a:pt x="134809" y="119268"/>
                  <a:pt x="130350" y="119278"/>
                </a:cubicBezTo>
                <a:cubicBezTo>
                  <a:pt x="123151" y="119278"/>
                  <a:pt x="115952" y="119278"/>
                  <a:pt x="108744" y="119278"/>
                </a:cubicBezTo>
                <a:cubicBezTo>
                  <a:pt x="103239" y="119278"/>
                  <a:pt x="102429" y="120100"/>
                  <a:pt x="102414" y="125643"/>
                </a:cubicBezTo>
                <a:cubicBezTo>
                  <a:pt x="102391" y="134048"/>
                  <a:pt x="102391" y="142453"/>
                  <a:pt x="102414" y="150859"/>
                </a:cubicBezTo>
                <a:cubicBezTo>
                  <a:pt x="102414" y="156160"/>
                  <a:pt x="103298" y="157062"/>
                  <a:pt x="108385" y="157088"/>
                </a:cubicBezTo>
                <a:cubicBezTo>
                  <a:pt x="116075" y="157123"/>
                  <a:pt x="123760" y="157088"/>
                  <a:pt x="131464" y="157088"/>
                </a:cubicBezTo>
                <a:cubicBezTo>
                  <a:pt x="134961" y="157088"/>
                  <a:pt x="135290" y="157415"/>
                  <a:pt x="135295" y="160916"/>
                </a:cubicBezTo>
                <a:cubicBezTo>
                  <a:pt x="135321" y="192083"/>
                  <a:pt x="135321" y="223249"/>
                  <a:pt x="135295" y="254412"/>
                </a:cubicBezTo>
                <a:cubicBezTo>
                  <a:pt x="135299" y="255804"/>
                  <a:pt x="135299" y="257201"/>
                  <a:pt x="134048" y="258159"/>
                </a:cubicBezTo>
                <a:cubicBezTo>
                  <a:pt x="90050" y="258159"/>
                  <a:pt x="46049" y="258175"/>
                  <a:pt x="2047" y="258205"/>
                </a:cubicBezTo>
                <a:cubicBezTo>
                  <a:pt x="442" y="258205"/>
                  <a:pt x="0" y="257978"/>
                  <a:pt x="0" y="256188"/>
                </a:cubicBezTo>
                <a:cubicBezTo>
                  <a:pt x="59" y="171512"/>
                  <a:pt x="59" y="86835"/>
                  <a:pt x="0" y="2159"/>
                </a:cubicBezTo>
                <a:cubicBezTo>
                  <a:pt x="0" y="273"/>
                  <a:pt x="461" y="0"/>
                  <a:pt x="2166" y="0"/>
                </a:cubicBezTo>
                <a:close/>
              </a:path>
            </a:pathLst>
          </a:custGeom>
          <a:solidFill>
            <a:schemeClr val="bg1"/>
          </a:solidFill>
        </p:spPr>
        <p:txBody>
          <a:bodyPr wrap="square">
            <a:noAutofit/>
          </a:bodyPr>
          <a:lstStyle>
            <a:lvl1pPr>
              <a:defRPr/>
            </a:lvl1pPr>
          </a:lstStyle>
          <a:p>
            <a:pPr lvl="0"/>
            <a:r>
              <a:rPr lang="en-US" dirty="0"/>
              <a:t> </a:t>
            </a:r>
            <a:endParaRPr lang="en-AU" dirty="0"/>
          </a:p>
        </p:txBody>
      </p:sp>
      <p:sp>
        <p:nvSpPr>
          <p:cNvPr id="13" name="Text Placeholder 64">
            <a:extLst>
              <a:ext uri="{FF2B5EF4-FFF2-40B4-BE49-F238E27FC236}">
                <a16:creationId xmlns:a16="http://schemas.microsoft.com/office/drawing/2014/main" id="{4630AA05-69D5-325F-14BD-970079E151BD}"/>
              </a:ext>
            </a:extLst>
          </p:cNvPr>
          <p:cNvSpPr>
            <a:spLocks noGrp="1"/>
          </p:cNvSpPr>
          <p:nvPr>
            <p:ph type="body" sz="quarter" idx="20" hasCustomPrompt="1"/>
          </p:nvPr>
        </p:nvSpPr>
        <p:spPr>
          <a:xfrm>
            <a:off x="1789323" y="4795041"/>
            <a:ext cx="258214" cy="258214"/>
          </a:xfrm>
          <a:custGeom>
            <a:avLst/>
            <a:gdLst>
              <a:gd name="connsiteX0" fmla="*/ 168330 w 258214"/>
              <a:gd name="connsiteY0" fmla="*/ 54523 h 258214"/>
              <a:gd name="connsiteX1" fmla="*/ 143207 w 258214"/>
              <a:gd name="connsiteY1" fmla="*/ 61674 h 258214"/>
              <a:gd name="connsiteX2" fmla="*/ 127478 w 258214"/>
              <a:gd name="connsiteY2" fmla="*/ 100048 h 258214"/>
              <a:gd name="connsiteX3" fmla="*/ 125562 w 258214"/>
              <a:gd name="connsiteY3" fmla="*/ 102074 h 258214"/>
              <a:gd name="connsiteX4" fmla="*/ 114375 w 258214"/>
              <a:gd name="connsiteY4" fmla="*/ 100346 h 258214"/>
              <a:gd name="connsiteX5" fmla="*/ 56378 w 258214"/>
              <a:gd name="connsiteY5" fmla="*/ 70890 h 258214"/>
              <a:gd name="connsiteX6" fmla="*/ 47265 w 258214"/>
              <a:gd name="connsiteY6" fmla="*/ 62587 h 258214"/>
              <a:gd name="connsiteX7" fmla="*/ 42599 w 258214"/>
              <a:gd name="connsiteY7" fmla="*/ 87138 h 258214"/>
              <a:gd name="connsiteX8" fmla="*/ 54910 w 258214"/>
              <a:gd name="connsiteY8" fmla="*/ 109522 h 258214"/>
              <a:gd name="connsiteX9" fmla="*/ 58233 w 258214"/>
              <a:gd name="connsiteY9" fmla="*/ 113316 h 258214"/>
              <a:gd name="connsiteX10" fmla="*/ 41970 w 258214"/>
              <a:gd name="connsiteY10" fmla="*/ 108450 h 258214"/>
              <a:gd name="connsiteX11" fmla="*/ 46735 w 258214"/>
              <a:gd name="connsiteY11" fmla="*/ 128670 h 258214"/>
              <a:gd name="connsiteX12" fmla="*/ 72369 w 258214"/>
              <a:gd name="connsiteY12" fmla="*/ 146904 h 258214"/>
              <a:gd name="connsiteX13" fmla="*/ 57931 w 258214"/>
              <a:gd name="connsiteY13" fmla="*/ 148036 h 258214"/>
              <a:gd name="connsiteX14" fmla="*/ 56418 w 258214"/>
              <a:gd name="connsiteY14" fmla="*/ 150062 h 258214"/>
              <a:gd name="connsiteX15" fmla="*/ 78765 w 258214"/>
              <a:gd name="connsiteY15" fmla="*/ 172249 h 258214"/>
              <a:gd name="connsiteX16" fmla="*/ 91283 w 258214"/>
              <a:gd name="connsiteY16" fmla="*/ 175049 h 258214"/>
              <a:gd name="connsiteX17" fmla="*/ 75347 w 258214"/>
              <a:gd name="connsiteY17" fmla="*/ 185060 h 258214"/>
              <a:gd name="connsiteX18" fmla="*/ 35439 w 258214"/>
              <a:gd name="connsiteY18" fmla="*/ 191972 h 258214"/>
              <a:gd name="connsiteX19" fmla="*/ 37477 w 258214"/>
              <a:gd name="connsiteY19" fmla="*/ 193243 h 258214"/>
              <a:gd name="connsiteX20" fmla="*/ 106186 w 258214"/>
              <a:gd name="connsiteY20" fmla="*/ 207743 h 258214"/>
              <a:gd name="connsiteX21" fmla="*/ 180573 w 258214"/>
              <a:gd name="connsiteY21" fmla="*/ 166469 h 258214"/>
              <a:gd name="connsiteX22" fmla="*/ 204645 w 258214"/>
              <a:gd name="connsiteY22" fmla="*/ 96751 h 258214"/>
              <a:gd name="connsiteX23" fmla="*/ 207564 w 258214"/>
              <a:gd name="connsiteY23" fmla="*/ 90395 h 258214"/>
              <a:gd name="connsiteX24" fmla="*/ 219669 w 258214"/>
              <a:gd name="connsiteY24" fmla="*/ 79014 h 258214"/>
              <a:gd name="connsiteX25" fmla="*/ 223582 w 258214"/>
              <a:gd name="connsiteY25" fmla="*/ 73214 h 258214"/>
              <a:gd name="connsiteX26" fmla="*/ 202243 w 258214"/>
              <a:gd name="connsiteY26" fmla="*/ 78656 h 258214"/>
              <a:gd name="connsiteX27" fmla="*/ 218741 w 258214"/>
              <a:gd name="connsiteY27" fmla="*/ 57701 h 258214"/>
              <a:gd name="connsiteX28" fmla="*/ 216153 w 258214"/>
              <a:gd name="connsiteY28" fmla="*/ 58436 h 258214"/>
              <a:gd name="connsiteX29" fmla="*/ 196717 w 258214"/>
              <a:gd name="connsiteY29" fmla="*/ 66023 h 258214"/>
              <a:gd name="connsiteX30" fmla="*/ 192314 w 258214"/>
              <a:gd name="connsiteY30" fmla="*/ 64971 h 258214"/>
              <a:gd name="connsiteX31" fmla="*/ 168330 w 258214"/>
              <a:gd name="connsiteY31" fmla="*/ 54523 h 258214"/>
              <a:gd name="connsiteX32" fmla="*/ 2062 w 258214"/>
              <a:gd name="connsiteY32" fmla="*/ 0 h 258214"/>
              <a:gd name="connsiteX33" fmla="*/ 256150 w 258214"/>
              <a:gd name="connsiteY33" fmla="*/ 0 h 258214"/>
              <a:gd name="connsiteX34" fmla="*/ 258214 w 258214"/>
              <a:gd name="connsiteY34" fmla="*/ 2066 h 258214"/>
              <a:gd name="connsiteX35" fmla="*/ 258214 w 258214"/>
              <a:gd name="connsiteY35" fmla="*/ 256148 h 258214"/>
              <a:gd name="connsiteX36" fmla="*/ 256150 w 258214"/>
              <a:gd name="connsiteY36" fmla="*/ 258214 h 258214"/>
              <a:gd name="connsiteX37" fmla="*/ 2062 w 258214"/>
              <a:gd name="connsiteY37" fmla="*/ 258214 h 258214"/>
              <a:gd name="connsiteX38" fmla="*/ 0 w 258214"/>
              <a:gd name="connsiteY38" fmla="*/ 256148 h 258214"/>
              <a:gd name="connsiteX39" fmla="*/ 50 w 258214"/>
              <a:gd name="connsiteY39" fmla="*/ 128849 h 258214"/>
              <a:gd name="connsiteX40" fmla="*/ 0 w 258214"/>
              <a:gd name="connsiteY40" fmla="*/ 2066 h 258214"/>
              <a:gd name="connsiteX41" fmla="*/ 2062 w 258214"/>
              <a:gd name="connsiteY41" fmla="*/ 0 h 258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258214" h="258214">
                <a:moveTo>
                  <a:pt x="168330" y="54523"/>
                </a:moveTo>
                <a:cubicBezTo>
                  <a:pt x="159493" y="53907"/>
                  <a:pt x="150465" y="56251"/>
                  <a:pt x="143207" y="61674"/>
                </a:cubicBezTo>
                <a:cubicBezTo>
                  <a:pt x="130358" y="71267"/>
                  <a:pt x="125123" y="84158"/>
                  <a:pt x="127478" y="100048"/>
                </a:cubicBezTo>
                <a:cubicBezTo>
                  <a:pt x="127735" y="101816"/>
                  <a:pt x="127347" y="102273"/>
                  <a:pt x="125562" y="102074"/>
                </a:cubicBezTo>
                <a:cubicBezTo>
                  <a:pt x="121813" y="101617"/>
                  <a:pt x="118077" y="101101"/>
                  <a:pt x="114375" y="100346"/>
                </a:cubicBezTo>
                <a:cubicBezTo>
                  <a:pt x="92327" y="95897"/>
                  <a:pt x="72804" y="86442"/>
                  <a:pt x="56378" y="70890"/>
                </a:cubicBezTo>
                <a:cubicBezTo>
                  <a:pt x="53409" y="68069"/>
                  <a:pt x="50326" y="65368"/>
                  <a:pt x="47265" y="62587"/>
                </a:cubicBezTo>
                <a:cubicBezTo>
                  <a:pt x="42949" y="69857"/>
                  <a:pt x="40967" y="78140"/>
                  <a:pt x="42599" y="87138"/>
                </a:cubicBezTo>
                <a:cubicBezTo>
                  <a:pt x="44204" y="95956"/>
                  <a:pt x="48818" y="103146"/>
                  <a:pt x="54910" y="109522"/>
                </a:cubicBezTo>
                <a:cubicBezTo>
                  <a:pt x="56011" y="110674"/>
                  <a:pt x="57457" y="111548"/>
                  <a:pt x="58233" y="113316"/>
                </a:cubicBezTo>
                <a:cubicBezTo>
                  <a:pt x="52560" y="112700"/>
                  <a:pt x="47047" y="111072"/>
                  <a:pt x="41970" y="108450"/>
                </a:cubicBezTo>
                <a:cubicBezTo>
                  <a:pt x="41980" y="115859"/>
                  <a:pt x="43310" y="122512"/>
                  <a:pt x="46735" y="128670"/>
                </a:cubicBezTo>
                <a:cubicBezTo>
                  <a:pt x="52318" y="138741"/>
                  <a:pt x="61362" y="144044"/>
                  <a:pt x="72369" y="146904"/>
                </a:cubicBezTo>
                <a:cubicBezTo>
                  <a:pt x="68951" y="148314"/>
                  <a:pt x="63030" y="148870"/>
                  <a:pt x="57931" y="148036"/>
                </a:cubicBezTo>
                <a:cubicBezTo>
                  <a:pt x="55598" y="147659"/>
                  <a:pt x="55752" y="148394"/>
                  <a:pt x="56418" y="150062"/>
                </a:cubicBezTo>
                <a:cubicBezTo>
                  <a:pt x="60696" y="160649"/>
                  <a:pt x="68008" y="168177"/>
                  <a:pt x="78765" y="172249"/>
                </a:cubicBezTo>
                <a:cubicBezTo>
                  <a:pt x="82664" y="173718"/>
                  <a:pt x="86744" y="174374"/>
                  <a:pt x="91283" y="175049"/>
                </a:cubicBezTo>
                <a:cubicBezTo>
                  <a:pt x="86178" y="179419"/>
                  <a:pt x="80894" y="182458"/>
                  <a:pt x="75347" y="185060"/>
                </a:cubicBezTo>
                <a:cubicBezTo>
                  <a:pt x="62913" y="190920"/>
                  <a:pt x="49122" y="193323"/>
                  <a:pt x="35439" y="191972"/>
                </a:cubicBezTo>
                <a:cubicBezTo>
                  <a:pt x="36124" y="192409"/>
                  <a:pt x="36776" y="192846"/>
                  <a:pt x="37477" y="193243"/>
                </a:cubicBezTo>
                <a:cubicBezTo>
                  <a:pt x="58779" y="205638"/>
                  <a:pt x="81725" y="210564"/>
                  <a:pt x="106186" y="207743"/>
                </a:cubicBezTo>
                <a:cubicBezTo>
                  <a:pt x="136601" y="204228"/>
                  <a:pt x="161449" y="190304"/>
                  <a:pt x="180573" y="166469"/>
                </a:cubicBezTo>
                <a:cubicBezTo>
                  <a:pt x="196868" y="146169"/>
                  <a:pt x="204740" y="122771"/>
                  <a:pt x="204645" y="96751"/>
                </a:cubicBezTo>
                <a:cubicBezTo>
                  <a:pt x="204635" y="93970"/>
                  <a:pt x="205300" y="92123"/>
                  <a:pt x="207564" y="90395"/>
                </a:cubicBezTo>
                <a:cubicBezTo>
                  <a:pt x="211940" y="86978"/>
                  <a:pt x="215992" y="83165"/>
                  <a:pt x="219669" y="79014"/>
                </a:cubicBezTo>
                <a:cubicBezTo>
                  <a:pt x="221146" y="77385"/>
                  <a:pt x="222710" y="75736"/>
                  <a:pt x="223582" y="73214"/>
                </a:cubicBezTo>
                <a:cubicBezTo>
                  <a:pt x="216612" y="75697"/>
                  <a:pt x="209910" y="77861"/>
                  <a:pt x="202243" y="78656"/>
                </a:cubicBezTo>
                <a:cubicBezTo>
                  <a:pt x="209698" y="72717"/>
                  <a:pt x="216284" y="66877"/>
                  <a:pt x="218741" y="57701"/>
                </a:cubicBezTo>
                <a:cubicBezTo>
                  <a:pt x="217525" y="57462"/>
                  <a:pt x="216874" y="58098"/>
                  <a:pt x="216153" y="58436"/>
                </a:cubicBezTo>
                <a:cubicBezTo>
                  <a:pt x="209839" y="61375"/>
                  <a:pt x="203348" y="63898"/>
                  <a:pt x="196717" y="66023"/>
                </a:cubicBezTo>
                <a:cubicBezTo>
                  <a:pt x="194880" y="66639"/>
                  <a:pt x="193726" y="66341"/>
                  <a:pt x="192314" y="64971"/>
                </a:cubicBezTo>
                <a:cubicBezTo>
                  <a:pt x="185815" y="58654"/>
                  <a:pt x="177169" y="55119"/>
                  <a:pt x="168330" y="54523"/>
                </a:cubicBezTo>
                <a:close/>
                <a:moveTo>
                  <a:pt x="2062" y="0"/>
                </a:moveTo>
                <a:cubicBezTo>
                  <a:pt x="86758" y="60"/>
                  <a:pt x="171454" y="60"/>
                  <a:pt x="256150" y="0"/>
                </a:cubicBezTo>
                <a:cubicBezTo>
                  <a:pt x="257876" y="0"/>
                  <a:pt x="258214" y="338"/>
                  <a:pt x="258214" y="2066"/>
                </a:cubicBezTo>
                <a:cubicBezTo>
                  <a:pt x="258156" y="86760"/>
                  <a:pt x="258156" y="171454"/>
                  <a:pt x="258214" y="256148"/>
                </a:cubicBezTo>
                <a:cubicBezTo>
                  <a:pt x="258214" y="257876"/>
                  <a:pt x="257876" y="258214"/>
                  <a:pt x="256150" y="258214"/>
                </a:cubicBezTo>
                <a:cubicBezTo>
                  <a:pt x="171454" y="258154"/>
                  <a:pt x="86758" y="258154"/>
                  <a:pt x="2062" y="258214"/>
                </a:cubicBezTo>
                <a:cubicBezTo>
                  <a:pt x="338" y="258214"/>
                  <a:pt x="0" y="257876"/>
                  <a:pt x="0" y="256148"/>
                </a:cubicBezTo>
                <a:cubicBezTo>
                  <a:pt x="60" y="213702"/>
                  <a:pt x="77" y="171275"/>
                  <a:pt x="50" y="128849"/>
                </a:cubicBezTo>
                <a:cubicBezTo>
                  <a:pt x="50" y="86601"/>
                  <a:pt x="34" y="44333"/>
                  <a:pt x="0" y="2066"/>
                </a:cubicBezTo>
                <a:cubicBezTo>
                  <a:pt x="0" y="338"/>
                  <a:pt x="338" y="0"/>
                  <a:pt x="2062" y="0"/>
                </a:cubicBezTo>
                <a:close/>
              </a:path>
            </a:pathLst>
          </a:custGeom>
          <a:solidFill>
            <a:schemeClr val="bg1"/>
          </a:solidFill>
        </p:spPr>
        <p:txBody>
          <a:bodyPr wrap="square">
            <a:noAutofit/>
          </a:bodyPr>
          <a:lstStyle>
            <a:lvl1pPr>
              <a:defRPr/>
            </a:lvl1pPr>
          </a:lstStyle>
          <a:p>
            <a:pPr lvl="0"/>
            <a:r>
              <a:rPr lang="en-US" dirty="0"/>
              <a:t> </a:t>
            </a:r>
            <a:endParaRPr lang="en-AU" dirty="0"/>
          </a:p>
        </p:txBody>
      </p:sp>
      <p:sp>
        <p:nvSpPr>
          <p:cNvPr id="14" name="Text Placeholder 66">
            <a:extLst>
              <a:ext uri="{FF2B5EF4-FFF2-40B4-BE49-F238E27FC236}">
                <a16:creationId xmlns:a16="http://schemas.microsoft.com/office/drawing/2014/main" id="{AD24E6E9-6948-EADD-E400-0CA3533FB785}"/>
              </a:ext>
            </a:extLst>
          </p:cNvPr>
          <p:cNvSpPr>
            <a:spLocks noGrp="1"/>
          </p:cNvSpPr>
          <p:nvPr>
            <p:ph type="body" sz="quarter" idx="21" hasCustomPrompt="1"/>
          </p:nvPr>
        </p:nvSpPr>
        <p:spPr>
          <a:xfrm>
            <a:off x="2315272" y="4796538"/>
            <a:ext cx="251419" cy="258214"/>
          </a:xfrm>
          <a:custGeom>
            <a:avLst/>
            <a:gdLst>
              <a:gd name="connsiteX0" fmla="*/ 125974 w 251419"/>
              <a:gd name="connsiteY0" fmla="*/ 95131 h 258214"/>
              <a:gd name="connsiteX1" fmla="*/ 156287 w 251419"/>
              <a:gd name="connsiteY1" fmla="*/ 129406 h 258214"/>
              <a:gd name="connsiteX2" fmla="*/ 156287 w 251419"/>
              <a:gd name="connsiteY2" fmla="*/ 129569 h 258214"/>
              <a:gd name="connsiteX3" fmla="*/ 125634 w 251419"/>
              <a:gd name="connsiteY3" fmla="*/ 163082 h 258214"/>
              <a:gd name="connsiteX4" fmla="*/ 125444 w 251419"/>
              <a:gd name="connsiteY4" fmla="*/ 163082 h 258214"/>
              <a:gd name="connsiteX5" fmla="*/ 95131 w 251419"/>
              <a:gd name="connsiteY5" fmla="*/ 128808 h 258214"/>
              <a:gd name="connsiteX6" fmla="*/ 125974 w 251419"/>
              <a:gd name="connsiteY6" fmla="*/ 95131 h 258214"/>
              <a:gd name="connsiteX7" fmla="*/ 125111 w 251419"/>
              <a:gd name="connsiteY7" fmla="*/ 81656 h 258214"/>
              <a:gd name="connsiteX8" fmla="*/ 75929 w 251419"/>
              <a:gd name="connsiteY8" fmla="*/ 129290 h 258214"/>
              <a:gd name="connsiteX9" fmla="*/ 125696 w 251419"/>
              <a:gd name="connsiteY9" fmla="*/ 176359 h 258214"/>
              <a:gd name="connsiteX10" fmla="*/ 174879 w 251419"/>
              <a:gd name="connsiteY10" fmla="*/ 128733 h 258214"/>
              <a:gd name="connsiteX11" fmla="*/ 125261 w 251419"/>
              <a:gd name="connsiteY11" fmla="*/ 81656 h 258214"/>
              <a:gd name="connsiteX12" fmla="*/ 125111 w 251419"/>
              <a:gd name="connsiteY12" fmla="*/ 81656 h 258214"/>
              <a:gd name="connsiteX13" fmla="*/ 177203 w 251419"/>
              <a:gd name="connsiteY13" fmla="*/ 68840 h 258214"/>
              <a:gd name="connsiteX14" fmla="*/ 166636 w 251419"/>
              <a:gd name="connsiteY14" fmla="*/ 80181 h 258214"/>
              <a:gd name="connsiteX15" fmla="*/ 177189 w 251419"/>
              <a:gd name="connsiteY15" fmla="*/ 90863 h 258214"/>
              <a:gd name="connsiteX16" fmla="*/ 187382 w 251419"/>
              <a:gd name="connsiteY16" fmla="*/ 79903 h 258214"/>
              <a:gd name="connsiteX17" fmla="*/ 177203 w 251419"/>
              <a:gd name="connsiteY17" fmla="*/ 68840 h 258214"/>
              <a:gd name="connsiteX18" fmla="*/ 83294 w 251419"/>
              <a:gd name="connsiteY18" fmla="*/ 54836 h 258214"/>
              <a:gd name="connsiteX19" fmla="*/ 168770 w 251419"/>
              <a:gd name="connsiteY19" fmla="*/ 54836 h 258214"/>
              <a:gd name="connsiteX20" fmla="*/ 202902 w 251419"/>
              <a:gd name="connsiteY20" fmla="*/ 86420 h 258214"/>
              <a:gd name="connsiteX21" fmla="*/ 203099 w 251419"/>
              <a:gd name="connsiteY21" fmla="*/ 171093 h 258214"/>
              <a:gd name="connsiteX22" fmla="*/ 202915 w 251419"/>
              <a:gd name="connsiteY22" fmla="*/ 172833 h 258214"/>
              <a:gd name="connsiteX23" fmla="*/ 171012 w 251419"/>
              <a:gd name="connsiteY23" fmla="*/ 203261 h 258214"/>
              <a:gd name="connsiteX24" fmla="*/ 161961 w 251419"/>
              <a:gd name="connsiteY24" fmla="*/ 203852 h 258214"/>
              <a:gd name="connsiteX25" fmla="*/ 89193 w 251419"/>
              <a:gd name="connsiteY25" fmla="*/ 203852 h 258214"/>
              <a:gd name="connsiteX26" fmla="*/ 77811 w 251419"/>
              <a:gd name="connsiteY26" fmla="*/ 202915 h 258214"/>
              <a:gd name="connsiteX27" fmla="*/ 47695 w 251419"/>
              <a:gd name="connsiteY27" fmla="*/ 167138 h 258214"/>
              <a:gd name="connsiteX28" fmla="*/ 47695 w 251419"/>
              <a:gd name="connsiteY28" fmla="*/ 127686 h 258214"/>
              <a:gd name="connsiteX29" fmla="*/ 47634 w 251419"/>
              <a:gd name="connsiteY29" fmla="*/ 127747 h 258214"/>
              <a:gd name="connsiteX30" fmla="*/ 47634 w 251419"/>
              <a:gd name="connsiteY30" fmla="*/ 90619 h 258214"/>
              <a:gd name="connsiteX31" fmla="*/ 83294 w 251419"/>
              <a:gd name="connsiteY31" fmla="*/ 54836 h 258214"/>
              <a:gd name="connsiteX32" fmla="*/ 87153 w 251419"/>
              <a:gd name="connsiteY32" fmla="*/ 34594 h 258214"/>
              <a:gd name="connsiteX33" fmla="*/ 33771 w 251419"/>
              <a:gd name="connsiteY33" fmla="*/ 90273 h 258214"/>
              <a:gd name="connsiteX34" fmla="*/ 33771 w 251419"/>
              <a:gd name="connsiteY34" fmla="*/ 128917 h 258214"/>
              <a:gd name="connsiteX35" fmla="*/ 33805 w 251419"/>
              <a:gd name="connsiteY35" fmla="*/ 128937 h 258214"/>
              <a:gd name="connsiteX36" fmla="*/ 33893 w 251419"/>
              <a:gd name="connsiteY36" fmla="*/ 172419 h 258214"/>
              <a:gd name="connsiteX37" fmla="*/ 81975 w 251419"/>
              <a:gd name="connsiteY37" fmla="*/ 223267 h 258214"/>
              <a:gd name="connsiteX38" fmla="*/ 169503 w 251419"/>
              <a:gd name="connsiteY38" fmla="*/ 223267 h 258214"/>
              <a:gd name="connsiteX39" fmla="*/ 213325 w 251419"/>
              <a:gd name="connsiteY39" fmla="*/ 192077 h 258214"/>
              <a:gd name="connsiteX40" fmla="*/ 218380 w 251419"/>
              <a:gd name="connsiteY40" fmla="*/ 166188 h 258214"/>
              <a:gd name="connsiteX41" fmla="*/ 217674 w 251419"/>
              <a:gd name="connsiteY41" fmla="*/ 89498 h 258214"/>
              <a:gd name="connsiteX42" fmla="*/ 164128 w 251419"/>
              <a:gd name="connsiteY42" fmla="*/ 34594 h 258214"/>
              <a:gd name="connsiteX43" fmla="*/ 87153 w 251419"/>
              <a:gd name="connsiteY43" fmla="*/ 34594 h 258214"/>
              <a:gd name="connsiteX44" fmla="*/ 125566 w 251419"/>
              <a:gd name="connsiteY44" fmla="*/ 0 h 258214"/>
              <a:gd name="connsiteX45" fmla="*/ 190480 w 251419"/>
              <a:gd name="connsiteY45" fmla="*/ 1366 h 258214"/>
              <a:gd name="connsiteX46" fmla="*/ 229850 w 251419"/>
              <a:gd name="connsiteY46" fmla="*/ 15010 h 258214"/>
              <a:gd name="connsiteX47" fmla="*/ 250086 w 251419"/>
              <a:gd name="connsiteY47" fmla="*/ 62114 h 258214"/>
              <a:gd name="connsiteX48" fmla="*/ 250086 w 251419"/>
              <a:gd name="connsiteY48" fmla="*/ 196107 h 258214"/>
              <a:gd name="connsiteX49" fmla="*/ 240444 w 251419"/>
              <a:gd name="connsiteY49" fmla="*/ 231129 h 258214"/>
              <a:gd name="connsiteX50" fmla="*/ 190051 w 251419"/>
              <a:gd name="connsiteY50" fmla="*/ 257120 h 258214"/>
              <a:gd name="connsiteX51" fmla="*/ 125593 w 251419"/>
              <a:gd name="connsiteY51" fmla="*/ 258071 h 258214"/>
              <a:gd name="connsiteX52" fmla="*/ 54571 w 251419"/>
              <a:gd name="connsiteY52" fmla="*/ 256230 h 258214"/>
              <a:gd name="connsiteX53" fmla="*/ 1344 w 251419"/>
              <a:gd name="connsiteY53" fmla="*/ 196351 h 258214"/>
              <a:gd name="connsiteX54" fmla="*/ 1344 w 251419"/>
              <a:gd name="connsiteY54" fmla="*/ 61747 h 258214"/>
              <a:gd name="connsiteX55" fmla="*/ 17490 w 251419"/>
              <a:gd name="connsiteY55" fmla="*/ 18829 h 258214"/>
              <a:gd name="connsiteX56" fmla="*/ 60666 w 251419"/>
              <a:gd name="connsiteY56" fmla="*/ 1366 h 258214"/>
              <a:gd name="connsiteX57" fmla="*/ 125566 w 251419"/>
              <a:gd name="connsiteY57" fmla="*/ 0 h 258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251419" h="258214">
                <a:moveTo>
                  <a:pt x="125974" y="95131"/>
                </a:moveTo>
                <a:cubicBezTo>
                  <a:pt x="142860" y="95294"/>
                  <a:pt x="156437" y="110638"/>
                  <a:pt x="156287" y="129406"/>
                </a:cubicBezTo>
                <a:cubicBezTo>
                  <a:pt x="156287" y="129460"/>
                  <a:pt x="156287" y="129515"/>
                  <a:pt x="156287" y="129569"/>
                </a:cubicBezTo>
                <a:cubicBezTo>
                  <a:pt x="156151" y="148228"/>
                  <a:pt x="142425" y="163232"/>
                  <a:pt x="125634" y="163082"/>
                </a:cubicBezTo>
                <a:cubicBezTo>
                  <a:pt x="125566" y="163082"/>
                  <a:pt x="125505" y="163082"/>
                  <a:pt x="125444" y="163082"/>
                </a:cubicBezTo>
                <a:cubicBezTo>
                  <a:pt x="108551" y="162912"/>
                  <a:pt x="94988" y="147576"/>
                  <a:pt x="95131" y="128808"/>
                </a:cubicBezTo>
                <a:cubicBezTo>
                  <a:pt x="95281" y="110047"/>
                  <a:pt x="109088" y="94968"/>
                  <a:pt x="125974" y="95131"/>
                </a:cubicBezTo>
                <a:close/>
                <a:moveTo>
                  <a:pt x="125111" y="81656"/>
                </a:moveTo>
                <a:cubicBezTo>
                  <a:pt x="97788" y="81812"/>
                  <a:pt x="75772" y="103135"/>
                  <a:pt x="75929" y="129290"/>
                </a:cubicBezTo>
                <a:cubicBezTo>
                  <a:pt x="76092" y="155444"/>
                  <a:pt x="98373" y="176516"/>
                  <a:pt x="125696" y="176359"/>
                </a:cubicBezTo>
                <a:cubicBezTo>
                  <a:pt x="153026" y="176210"/>
                  <a:pt x="175042" y="154880"/>
                  <a:pt x="174879" y="128733"/>
                </a:cubicBezTo>
                <a:cubicBezTo>
                  <a:pt x="174648" y="102660"/>
                  <a:pt x="152496" y="81649"/>
                  <a:pt x="125261" y="81656"/>
                </a:cubicBezTo>
                <a:cubicBezTo>
                  <a:pt x="125207" y="81656"/>
                  <a:pt x="125159" y="81656"/>
                  <a:pt x="125111" y="81656"/>
                </a:cubicBezTo>
                <a:close/>
                <a:moveTo>
                  <a:pt x="177203" y="68840"/>
                </a:moveTo>
                <a:cubicBezTo>
                  <a:pt x="171773" y="68732"/>
                  <a:pt x="166494" y="74548"/>
                  <a:pt x="166636" y="80181"/>
                </a:cubicBezTo>
                <a:cubicBezTo>
                  <a:pt x="166786" y="85808"/>
                  <a:pt x="171794" y="90945"/>
                  <a:pt x="177189" y="90863"/>
                </a:cubicBezTo>
                <a:cubicBezTo>
                  <a:pt x="182584" y="90789"/>
                  <a:pt x="187382" y="85590"/>
                  <a:pt x="187382" y="79903"/>
                </a:cubicBezTo>
                <a:cubicBezTo>
                  <a:pt x="187382" y="74270"/>
                  <a:pt x="182632" y="68949"/>
                  <a:pt x="177203" y="68840"/>
                </a:cubicBezTo>
                <a:close/>
                <a:moveTo>
                  <a:pt x="83294" y="54836"/>
                </a:moveTo>
                <a:cubicBezTo>
                  <a:pt x="111766" y="54170"/>
                  <a:pt x="140292" y="54231"/>
                  <a:pt x="168770" y="54836"/>
                </a:cubicBezTo>
                <a:cubicBezTo>
                  <a:pt x="188843" y="55257"/>
                  <a:pt x="201896" y="67094"/>
                  <a:pt x="202902" y="86420"/>
                </a:cubicBezTo>
                <a:cubicBezTo>
                  <a:pt x="204431" y="114606"/>
                  <a:pt x="203826" y="142873"/>
                  <a:pt x="203099" y="171093"/>
                </a:cubicBezTo>
                <a:cubicBezTo>
                  <a:pt x="203099" y="171684"/>
                  <a:pt x="202983" y="172255"/>
                  <a:pt x="202915" y="172833"/>
                </a:cubicBezTo>
                <a:cubicBezTo>
                  <a:pt x="200530" y="190439"/>
                  <a:pt x="189441" y="201053"/>
                  <a:pt x="171012" y="203261"/>
                </a:cubicBezTo>
                <a:cubicBezTo>
                  <a:pt x="168009" y="203635"/>
                  <a:pt x="164985" y="203832"/>
                  <a:pt x="161961" y="203852"/>
                </a:cubicBezTo>
                <a:cubicBezTo>
                  <a:pt x="137710" y="203852"/>
                  <a:pt x="113451" y="203852"/>
                  <a:pt x="89193" y="203852"/>
                </a:cubicBezTo>
                <a:cubicBezTo>
                  <a:pt x="85374" y="203873"/>
                  <a:pt x="81568" y="203560"/>
                  <a:pt x="77811" y="202915"/>
                </a:cubicBezTo>
                <a:cubicBezTo>
                  <a:pt x="58472" y="199401"/>
                  <a:pt x="48170" y="187266"/>
                  <a:pt x="47695" y="167138"/>
                </a:cubicBezTo>
                <a:cubicBezTo>
                  <a:pt x="47403" y="153997"/>
                  <a:pt x="47695" y="140835"/>
                  <a:pt x="47695" y="127686"/>
                </a:cubicBezTo>
                <a:lnTo>
                  <a:pt x="47634" y="127747"/>
                </a:lnTo>
                <a:cubicBezTo>
                  <a:pt x="47634" y="115305"/>
                  <a:pt x="47518" y="102986"/>
                  <a:pt x="47634" y="90619"/>
                </a:cubicBezTo>
                <a:cubicBezTo>
                  <a:pt x="47872" y="68718"/>
                  <a:pt x="60490" y="55461"/>
                  <a:pt x="83294" y="54836"/>
                </a:cubicBezTo>
                <a:close/>
                <a:moveTo>
                  <a:pt x="87153" y="34594"/>
                </a:moveTo>
                <a:cubicBezTo>
                  <a:pt x="54007" y="35172"/>
                  <a:pt x="34104" y="56209"/>
                  <a:pt x="33771" y="90273"/>
                </a:cubicBezTo>
                <a:cubicBezTo>
                  <a:pt x="33676" y="103157"/>
                  <a:pt x="33771" y="115972"/>
                  <a:pt x="33771" y="128917"/>
                </a:cubicBezTo>
                <a:lnTo>
                  <a:pt x="33805" y="128937"/>
                </a:lnTo>
                <a:cubicBezTo>
                  <a:pt x="33805" y="143438"/>
                  <a:pt x="33295" y="157952"/>
                  <a:pt x="33893" y="172419"/>
                </a:cubicBezTo>
                <a:cubicBezTo>
                  <a:pt x="35123" y="201706"/>
                  <a:pt x="53531" y="221772"/>
                  <a:pt x="81975" y="223267"/>
                </a:cubicBezTo>
                <a:cubicBezTo>
                  <a:pt x="111106" y="224803"/>
                  <a:pt x="140352" y="224701"/>
                  <a:pt x="169503" y="223267"/>
                </a:cubicBezTo>
                <a:cubicBezTo>
                  <a:pt x="189800" y="222241"/>
                  <a:pt x="205075" y="211776"/>
                  <a:pt x="213325" y="192077"/>
                </a:cubicBezTo>
                <a:cubicBezTo>
                  <a:pt x="216736" y="183903"/>
                  <a:pt x="218462" y="175083"/>
                  <a:pt x="218380" y="166188"/>
                </a:cubicBezTo>
                <a:cubicBezTo>
                  <a:pt x="218244" y="140638"/>
                  <a:pt x="218210" y="115068"/>
                  <a:pt x="217674" y="89498"/>
                </a:cubicBezTo>
                <a:cubicBezTo>
                  <a:pt x="217042" y="55625"/>
                  <a:pt x="197044" y="35144"/>
                  <a:pt x="164128" y="34594"/>
                </a:cubicBezTo>
                <a:cubicBezTo>
                  <a:pt x="138463" y="34125"/>
                  <a:pt x="112805" y="34125"/>
                  <a:pt x="87153" y="34594"/>
                </a:cubicBezTo>
                <a:close/>
                <a:moveTo>
                  <a:pt x="125566" y="0"/>
                </a:moveTo>
                <a:cubicBezTo>
                  <a:pt x="147201" y="0"/>
                  <a:pt x="168837" y="455"/>
                  <a:pt x="190480" y="1366"/>
                </a:cubicBezTo>
                <a:cubicBezTo>
                  <a:pt x="204763" y="1950"/>
                  <a:pt x="218414" y="5416"/>
                  <a:pt x="229850" y="15010"/>
                </a:cubicBezTo>
                <a:cubicBezTo>
                  <a:pt x="244317" y="27180"/>
                  <a:pt x="249325" y="43944"/>
                  <a:pt x="250086" y="62114"/>
                </a:cubicBezTo>
                <a:cubicBezTo>
                  <a:pt x="251928" y="106765"/>
                  <a:pt x="251799" y="151442"/>
                  <a:pt x="250086" y="196107"/>
                </a:cubicBezTo>
                <a:cubicBezTo>
                  <a:pt x="249624" y="208487"/>
                  <a:pt x="247042" y="220515"/>
                  <a:pt x="240444" y="231129"/>
                </a:cubicBezTo>
                <a:cubicBezTo>
                  <a:pt x="228743" y="249979"/>
                  <a:pt x="210525" y="255917"/>
                  <a:pt x="190051" y="257120"/>
                </a:cubicBezTo>
                <a:cubicBezTo>
                  <a:pt x="168728" y="258296"/>
                  <a:pt x="147140" y="258166"/>
                  <a:pt x="125593" y="258071"/>
                </a:cubicBezTo>
                <a:cubicBezTo>
                  <a:pt x="101899" y="257942"/>
                  <a:pt x="78116" y="259158"/>
                  <a:pt x="54571" y="256230"/>
                </a:cubicBezTo>
                <a:cubicBezTo>
                  <a:pt x="20683" y="252017"/>
                  <a:pt x="2744" y="231550"/>
                  <a:pt x="1344" y="196351"/>
                </a:cubicBezTo>
                <a:cubicBezTo>
                  <a:pt x="-449" y="151470"/>
                  <a:pt x="-449" y="106602"/>
                  <a:pt x="1344" y="61747"/>
                </a:cubicBezTo>
                <a:cubicBezTo>
                  <a:pt x="2004" y="45792"/>
                  <a:pt x="6067" y="30755"/>
                  <a:pt x="17490" y="18829"/>
                </a:cubicBezTo>
                <a:cubicBezTo>
                  <a:pt x="29327" y="6387"/>
                  <a:pt x="44514" y="2066"/>
                  <a:pt x="60666" y="1366"/>
                </a:cubicBezTo>
                <a:cubicBezTo>
                  <a:pt x="82301" y="455"/>
                  <a:pt x="103930" y="0"/>
                  <a:pt x="125566" y="0"/>
                </a:cubicBezTo>
                <a:close/>
              </a:path>
            </a:pathLst>
          </a:custGeom>
          <a:solidFill>
            <a:schemeClr val="bg1"/>
          </a:solidFill>
        </p:spPr>
        <p:txBody>
          <a:bodyPr wrap="square">
            <a:noAutofit/>
          </a:bodyPr>
          <a:lstStyle>
            <a:lvl1pPr>
              <a:defRPr/>
            </a:lvl1pPr>
          </a:lstStyle>
          <a:p>
            <a:pPr lvl="0"/>
            <a:r>
              <a:rPr lang="en-US" dirty="0"/>
              <a:t> </a:t>
            </a:r>
            <a:endParaRPr lang="en-AU" dirty="0"/>
          </a:p>
        </p:txBody>
      </p:sp>
      <p:sp>
        <p:nvSpPr>
          <p:cNvPr id="15" name="Text Placeholder 69">
            <a:extLst>
              <a:ext uri="{FF2B5EF4-FFF2-40B4-BE49-F238E27FC236}">
                <a16:creationId xmlns:a16="http://schemas.microsoft.com/office/drawing/2014/main" id="{88FC080D-639E-CDD8-39F3-0E362B230E96}"/>
              </a:ext>
            </a:extLst>
          </p:cNvPr>
          <p:cNvSpPr>
            <a:spLocks noGrp="1"/>
          </p:cNvSpPr>
          <p:nvPr>
            <p:ph type="body" sz="quarter" idx="22" hasCustomPrompt="1"/>
          </p:nvPr>
        </p:nvSpPr>
        <p:spPr>
          <a:xfrm>
            <a:off x="2833857" y="4796544"/>
            <a:ext cx="258194" cy="258201"/>
          </a:xfrm>
          <a:custGeom>
            <a:avLst/>
            <a:gdLst>
              <a:gd name="connsiteX0" fmla="*/ 45887 w 258194"/>
              <a:gd name="connsiteY0" fmla="*/ 94832 h 258201"/>
              <a:gd name="connsiteX1" fmla="*/ 37312 w 258194"/>
              <a:gd name="connsiteY1" fmla="*/ 103408 h 258201"/>
              <a:gd name="connsiteX2" fmla="*/ 37312 w 258194"/>
              <a:gd name="connsiteY2" fmla="*/ 221344 h 258201"/>
              <a:gd name="connsiteX3" fmla="*/ 45745 w 258194"/>
              <a:gd name="connsiteY3" fmla="*/ 229777 h 258201"/>
              <a:gd name="connsiteX4" fmla="*/ 70968 w 258194"/>
              <a:gd name="connsiteY4" fmla="*/ 229777 h 258201"/>
              <a:gd name="connsiteX5" fmla="*/ 79863 w 258194"/>
              <a:gd name="connsiteY5" fmla="*/ 220834 h 258201"/>
              <a:gd name="connsiteX6" fmla="*/ 79876 w 258194"/>
              <a:gd name="connsiteY6" fmla="*/ 162363 h 258201"/>
              <a:gd name="connsiteX7" fmla="*/ 79876 w 258194"/>
              <a:gd name="connsiteY7" fmla="*/ 103136 h 258201"/>
              <a:gd name="connsiteX8" fmla="*/ 71614 w 258194"/>
              <a:gd name="connsiteY8" fmla="*/ 94832 h 258201"/>
              <a:gd name="connsiteX9" fmla="*/ 45887 w 258194"/>
              <a:gd name="connsiteY9" fmla="*/ 94832 h 258201"/>
              <a:gd name="connsiteX10" fmla="*/ 171617 w 258194"/>
              <a:gd name="connsiteY10" fmla="*/ 93535 h 258201"/>
              <a:gd name="connsiteX11" fmla="*/ 152374 w 258194"/>
              <a:gd name="connsiteY11" fmla="*/ 100466 h 258201"/>
              <a:gd name="connsiteX12" fmla="*/ 141630 w 258194"/>
              <a:gd name="connsiteY12" fmla="*/ 110556 h 258201"/>
              <a:gd name="connsiteX13" fmla="*/ 141630 w 258194"/>
              <a:gd name="connsiteY13" fmla="*/ 102287 h 258201"/>
              <a:gd name="connsiteX14" fmla="*/ 134156 w 258194"/>
              <a:gd name="connsiteY14" fmla="*/ 94832 h 258201"/>
              <a:gd name="connsiteX15" fmla="*/ 106921 w 258194"/>
              <a:gd name="connsiteY15" fmla="*/ 94832 h 258201"/>
              <a:gd name="connsiteX16" fmla="*/ 99025 w 258194"/>
              <a:gd name="connsiteY16" fmla="*/ 102627 h 258201"/>
              <a:gd name="connsiteX17" fmla="*/ 99025 w 258194"/>
              <a:gd name="connsiteY17" fmla="*/ 221888 h 258201"/>
              <a:gd name="connsiteX18" fmla="*/ 106833 w 258194"/>
              <a:gd name="connsiteY18" fmla="*/ 229770 h 258201"/>
              <a:gd name="connsiteX19" fmla="*/ 133306 w 258194"/>
              <a:gd name="connsiteY19" fmla="*/ 229770 h 258201"/>
              <a:gd name="connsiteX20" fmla="*/ 141630 w 258194"/>
              <a:gd name="connsiteY20" fmla="*/ 221391 h 258201"/>
              <a:gd name="connsiteX21" fmla="*/ 141671 w 258194"/>
              <a:gd name="connsiteY21" fmla="*/ 159617 h 258201"/>
              <a:gd name="connsiteX22" fmla="*/ 149085 w 258194"/>
              <a:gd name="connsiteY22" fmla="*/ 136786 h 258201"/>
              <a:gd name="connsiteX23" fmla="*/ 184902 w 258194"/>
              <a:gd name="connsiteY23" fmla="*/ 142412 h 258201"/>
              <a:gd name="connsiteX24" fmla="*/ 187579 w 258194"/>
              <a:gd name="connsiteY24" fmla="*/ 158985 h 258201"/>
              <a:gd name="connsiteX25" fmla="*/ 187579 w 258194"/>
              <a:gd name="connsiteY25" fmla="*/ 222268 h 258201"/>
              <a:gd name="connsiteX26" fmla="*/ 194952 w 258194"/>
              <a:gd name="connsiteY26" fmla="*/ 229750 h 258201"/>
              <a:gd name="connsiteX27" fmla="*/ 223702 w 258194"/>
              <a:gd name="connsiteY27" fmla="*/ 229750 h 258201"/>
              <a:gd name="connsiteX28" fmla="*/ 231074 w 258194"/>
              <a:gd name="connsiteY28" fmla="*/ 222282 h 258201"/>
              <a:gd name="connsiteX29" fmla="*/ 230966 w 258194"/>
              <a:gd name="connsiteY29" fmla="*/ 154956 h 258201"/>
              <a:gd name="connsiteX30" fmla="*/ 225414 w 258194"/>
              <a:gd name="connsiteY30" fmla="*/ 120321 h 258201"/>
              <a:gd name="connsiteX31" fmla="*/ 198594 w 258194"/>
              <a:gd name="connsiteY31" fmla="*/ 95050 h 258201"/>
              <a:gd name="connsiteX32" fmla="*/ 171617 w 258194"/>
              <a:gd name="connsiteY32" fmla="*/ 93535 h 258201"/>
              <a:gd name="connsiteX33" fmla="*/ 58560 w 258194"/>
              <a:gd name="connsiteY33" fmla="*/ 28465 h 258201"/>
              <a:gd name="connsiteX34" fmla="*/ 31203 w 258194"/>
              <a:gd name="connsiteY34" fmla="*/ 56005 h 258201"/>
              <a:gd name="connsiteX35" fmla="*/ 31203 w 258194"/>
              <a:gd name="connsiteY35" fmla="*/ 56128 h 258201"/>
              <a:gd name="connsiteX36" fmla="*/ 58744 w 258194"/>
              <a:gd name="connsiteY36" fmla="*/ 83369 h 258201"/>
              <a:gd name="connsiteX37" fmla="*/ 86101 w 258194"/>
              <a:gd name="connsiteY37" fmla="*/ 55829 h 258201"/>
              <a:gd name="connsiteX38" fmla="*/ 58560 w 258194"/>
              <a:gd name="connsiteY38" fmla="*/ 28465 h 258201"/>
              <a:gd name="connsiteX39" fmla="*/ 18150 w 258194"/>
              <a:gd name="connsiteY39" fmla="*/ 0 h 258201"/>
              <a:gd name="connsiteX40" fmla="*/ 240044 w 258194"/>
              <a:gd name="connsiteY40" fmla="*/ 0 h 258201"/>
              <a:gd name="connsiteX41" fmla="*/ 241369 w 258194"/>
              <a:gd name="connsiteY41" fmla="*/ 1006 h 258201"/>
              <a:gd name="connsiteX42" fmla="*/ 257188 w 258194"/>
              <a:gd name="connsiteY42" fmla="*/ 16825 h 258201"/>
              <a:gd name="connsiteX43" fmla="*/ 258194 w 258194"/>
              <a:gd name="connsiteY43" fmla="*/ 18150 h 258201"/>
              <a:gd name="connsiteX44" fmla="*/ 258194 w 258194"/>
              <a:gd name="connsiteY44" fmla="*/ 240044 h 258201"/>
              <a:gd name="connsiteX45" fmla="*/ 257188 w 258194"/>
              <a:gd name="connsiteY45" fmla="*/ 241376 h 258201"/>
              <a:gd name="connsiteX46" fmla="*/ 241369 w 258194"/>
              <a:gd name="connsiteY46" fmla="*/ 257188 h 258201"/>
              <a:gd name="connsiteX47" fmla="*/ 240044 w 258194"/>
              <a:gd name="connsiteY47" fmla="*/ 258201 h 258201"/>
              <a:gd name="connsiteX48" fmla="*/ 18157 w 258194"/>
              <a:gd name="connsiteY48" fmla="*/ 258201 h 258201"/>
              <a:gd name="connsiteX49" fmla="*/ 16831 w 258194"/>
              <a:gd name="connsiteY49" fmla="*/ 257188 h 258201"/>
              <a:gd name="connsiteX50" fmla="*/ 1012 w 258194"/>
              <a:gd name="connsiteY50" fmla="*/ 241376 h 258201"/>
              <a:gd name="connsiteX51" fmla="*/ 0 w 258194"/>
              <a:gd name="connsiteY51" fmla="*/ 240044 h 258201"/>
              <a:gd name="connsiteX52" fmla="*/ 0 w 258194"/>
              <a:gd name="connsiteY52" fmla="*/ 18150 h 258201"/>
              <a:gd name="connsiteX53" fmla="*/ 1006 w 258194"/>
              <a:gd name="connsiteY53" fmla="*/ 16825 h 258201"/>
              <a:gd name="connsiteX54" fmla="*/ 16825 w 258194"/>
              <a:gd name="connsiteY54" fmla="*/ 1006 h 258201"/>
              <a:gd name="connsiteX55" fmla="*/ 18150 w 258194"/>
              <a:gd name="connsiteY55" fmla="*/ 0 h 258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258194" h="258201">
                <a:moveTo>
                  <a:pt x="45887" y="94832"/>
                </a:moveTo>
                <a:cubicBezTo>
                  <a:pt x="39840" y="94832"/>
                  <a:pt x="37312" y="97320"/>
                  <a:pt x="37312" y="103408"/>
                </a:cubicBezTo>
                <a:cubicBezTo>
                  <a:pt x="37312" y="142718"/>
                  <a:pt x="37312" y="182027"/>
                  <a:pt x="37312" y="221344"/>
                </a:cubicBezTo>
                <a:cubicBezTo>
                  <a:pt x="37312" y="227269"/>
                  <a:pt x="39799" y="229763"/>
                  <a:pt x="45745" y="229777"/>
                </a:cubicBezTo>
                <a:cubicBezTo>
                  <a:pt x="54150" y="229797"/>
                  <a:pt x="62556" y="229797"/>
                  <a:pt x="70968" y="229777"/>
                </a:cubicBezTo>
                <a:cubicBezTo>
                  <a:pt x="77627" y="229777"/>
                  <a:pt x="79863" y="227527"/>
                  <a:pt x="79863" y="220834"/>
                </a:cubicBezTo>
                <a:cubicBezTo>
                  <a:pt x="79876" y="201346"/>
                  <a:pt x="79883" y="181851"/>
                  <a:pt x="79876" y="162363"/>
                </a:cubicBezTo>
                <a:cubicBezTo>
                  <a:pt x="79876" y="142623"/>
                  <a:pt x="79876" y="122883"/>
                  <a:pt x="79876" y="103136"/>
                </a:cubicBezTo>
                <a:cubicBezTo>
                  <a:pt x="79876" y="97333"/>
                  <a:pt x="77356" y="94840"/>
                  <a:pt x="71614" y="94832"/>
                </a:cubicBezTo>
                <a:cubicBezTo>
                  <a:pt x="63045" y="94832"/>
                  <a:pt x="54470" y="94832"/>
                  <a:pt x="45887" y="94832"/>
                </a:cubicBezTo>
                <a:close/>
                <a:moveTo>
                  <a:pt x="171617" y="93535"/>
                </a:moveTo>
                <a:cubicBezTo>
                  <a:pt x="164686" y="94432"/>
                  <a:pt x="158197" y="96511"/>
                  <a:pt x="152374" y="100466"/>
                </a:cubicBezTo>
                <a:cubicBezTo>
                  <a:pt x="148317" y="103231"/>
                  <a:pt x="145076" y="106826"/>
                  <a:pt x="141630" y="110556"/>
                </a:cubicBezTo>
                <a:cubicBezTo>
                  <a:pt x="141630" y="107798"/>
                  <a:pt x="141630" y="105046"/>
                  <a:pt x="141630" y="102287"/>
                </a:cubicBezTo>
                <a:cubicBezTo>
                  <a:pt x="141583" y="97394"/>
                  <a:pt x="139055" y="94846"/>
                  <a:pt x="134156" y="94832"/>
                </a:cubicBezTo>
                <a:cubicBezTo>
                  <a:pt x="125078" y="94812"/>
                  <a:pt x="115999" y="94812"/>
                  <a:pt x="106921" y="94832"/>
                </a:cubicBezTo>
                <a:cubicBezTo>
                  <a:pt x="101512" y="94832"/>
                  <a:pt x="99025" y="97265"/>
                  <a:pt x="99025" y="102627"/>
                </a:cubicBezTo>
                <a:cubicBezTo>
                  <a:pt x="99025" y="142378"/>
                  <a:pt x="99025" y="182129"/>
                  <a:pt x="99025" y="221888"/>
                </a:cubicBezTo>
                <a:cubicBezTo>
                  <a:pt x="99025" y="227330"/>
                  <a:pt x="101431" y="229750"/>
                  <a:pt x="106833" y="229770"/>
                </a:cubicBezTo>
                <a:cubicBezTo>
                  <a:pt x="115659" y="229790"/>
                  <a:pt x="124480" y="229790"/>
                  <a:pt x="133306" y="229770"/>
                </a:cubicBezTo>
                <a:cubicBezTo>
                  <a:pt x="139402" y="229770"/>
                  <a:pt x="141624" y="227514"/>
                  <a:pt x="141630" y="221391"/>
                </a:cubicBezTo>
                <a:cubicBezTo>
                  <a:pt x="141630" y="200802"/>
                  <a:pt x="141549" y="180206"/>
                  <a:pt x="141671" y="159617"/>
                </a:cubicBezTo>
                <a:cubicBezTo>
                  <a:pt x="141719" y="151286"/>
                  <a:pt x="143981" y="143567"/>
                  <a:pt x="149085" y="136786"/>
                </a:cubicBezTo>
                <a:cubicBezTo>
                  <a:pt x="156919" y="126376"/>
                  <a:pt x="178983" y="125900"/>
                  <a:pt x="184902" y="142412"/>
                </a:cubicBezTo>
                <a:cubicBezTo>
                  <a:pt x="186743" y="147739"/>
                  <a:pt x="187647" y="153345"/>
                  <a:pt x="187579" y="158985"/>
                </a:cubicBezTo>
                <a:cubicBezTo>
                  <a:pt x="187633" y="180077"/>
                  <a:pt x="187579" y="201176"/>
                  <a:pt x="187579" y="222268"/>
                </a:cubicBezTo>
                <a:cubicBezTo>
                  <a:pt x="187579" y="227242"/>
                  <a:pt x="189984" y="229729"/>
                  <a:pt x="194952" y="229750"/>
                </a:cubicBezTo>
                <a:cubicBezTo>
                  <a:pt x="204533" y="229797"/>
                  <a:pt x="214114" y="229797"/>
                  <a:pt x="223702" y="229750"/>
                </a:cubicBezTo>
                <a:cubicBezTo>
                  <a:pt x="228676" y="229750"/>
                  <a:pt x="231074" y="227276"/>
                  <a:pt x="231074" y="222282"/>
                </a:cubicBezTo>
                <a:cubicBezTo>
                  <a:pt x="231074" y="199837"/>
                  <a:pt x="231156" y="177387"/>
                  <a:pt x="230966" y="154956"/>
                </a:cubicBezTo>
                <a:cubicBezTo>
                  <a:pt x="230864" y="143166"/>
                  <a:pt x="229811" y="131452"/>
                  <a:pt x="225414" y="120321"/>
                </a:cubicBezTo>
                <a:cubicBezTo>
                  <a:pt x="220433" y="107709"/>
                  <a:pt x="211878" y="98842"/>
                  <a:pt x="198594" y="95050"/>
                </a:cubicBezTo>
                <a:cubicBezTo>
                  <a:pt x="189726" y="92522"/>
                  <a:pt x="180702" y="92359"/>
                  <a:pt x="171617" y="93535"/>
                </a:cubicBezTo>
                <a:close/>
                <a:moveTo>
                  <a:pt x="58560" y="28465"/>
                </a:moveTo>
                <a:cubicBezTo>
                  <a:pt x="43400" y="28513"/>
                  <a:pt x="31149" y="40846"/>
                  <a:pt x="31203" y="56005"/>
                </a:cubicBezTo>
                <a:cubicBezTo>
                  <a:pt x="31203" y="56046"/>
                  <a:pt x="31203" y="56087"/>
                  <a:pt x="31203" y="56128"/>
                </a:cubicBezTo>
                <a:cubicBezTo>
                  <a:pt x="31332" y="71233"/>
                  <a:pt x="43638" y="83403"/>
                  <a:pt x="58744" y="83369"/>
                </a:cubicBezTo>
                <a:cubicBezTo>
                  <a:pt x="73904" y="83322"/>
                  <a:pt x="86155" y="70989"/>
                  <a:pt x="86101" y="55829"/>
                </a:cubicBezTo>
                <a:cubicBezTo>
                  <a:pt x="86053" y="40662"/>
                  <a:pt x="73720" y="28417"/>
                  <a:pt x="58560" y="28465"/>
                </a:cubicBezTo>
                <a:close/>
                <a:moveTo>
                  <a:pt x="18150" y="0"/>
                </a:moveTo>
                <a:lnTo>
                  <a:pt x="240044" y="0"/>
                </a:lnTo>
                <a:cubicBezTo>
                  <a:pt x="239996" y="965"/>
                  <a:pt x="240839" y="843"/>
                  <a:pt x="241369" y="1006"/>
                </a:cubicBezTo>
                <a:cubicBezTo>
                  <a:pt x="249387" y="3540"/>
                  <a:pt x="254653" y="8813"/>
                  <a:pt x="257188" y="16825"/>
                </a:cubicBezTo>
                <a:cubicBezTo>
                  <a:pt x="257358" y="17355"/>
                  <a:pt x="257229" y="18198"/>
                  <a:pt x="258194" y="18150"/>
                </a:cubicBezTo>
                <a:lnTo>
                  <a:pt x="258194" y="240044"/>
                </a:lnTo>
                <a:cubicBezTo>
                  <a:pt x="257222" y="240003"/>
                  <a:pt x="257351" y="240846"/>
                  <a:pt x="257188" y="241376"/>
                </a:cubicBezTo>
                <a:cubicBezTo>
                  <a:pt x="254647" y="249394"/>
                  <a:pt x="249380" y="254661"/>
                  <a:pt x="241369" y="257188"/>
                </a:cubicBezTo>
                <a:cubicBezTo>
                  <a:pt x="240866" y="257358"/>
                  <a:pt x="239996" y="257236"/>
                  <a:pt x="240044" y="258201"/>
                </a:cubicBezTo>
                <a:lnTo>
                  <a:pt x="18157" y="258201"/>
                </a:lnTo>
                <a:cubicBezTo>
                  <a:pt x="18197" y="257229"/>
                  <a:pt x="17361" y="257358"/>
                  <a:pt x="16831" y="257188"/>
                </a:cubicBezTo>
                <a:cubicBezTo>
                  <a:pt x="8813" y="254653"/>
                  <a:pt x="3540" y="249380"/>
                  <a:pt x="1012" y="241376"/>
                </a:cubicBezTo>
                <a:cubicBezTo>
                  <a:pt x="843" y="240860"/>
                  <a:pt x="972" y="240003"/>
                  <a:pt x="0" y="240044"/>
                </a:cubicBezTo>
                <a:lnTo>
                  <a:pt x="0" y="18150"/>
                </a:lnTo>
                <a:cubicBezTo>
                  <a:pt x="972" y="18198"/>
                  <a:pt x="843" y="17355"/>
                  <a:pt x="1006" y="16825"/>
                </a:cubicBezTo>
                <a:cubicBezTo>
                  <a:pt x="3547" y="8807"/>
                  <a:pt x="8813" y="3534"/>
                  <a:pt x="16825" y="1006"/>
                </a:cubicBezTo>
                <a:cubicBezTo>
                  <a:pt x="17355" y="836"/>
                  <a:pt x="18197" y="965"/>
                  <a:pt x="18150" y="0"/>
                </a:cubicBezTo>
                <a:close/>
              </a:path>
            </a:pathLst>
          </a:custGeom>
          <a:solidFill>
            <a:schemeClr val="bg1"/>
          </a:solidFill>
        </p:spPr>
        <p:txBody>
          <a:bodyPr wrap="square">
            <a:noAutofit/>
          </a:bodyPr>
          <a:lstStyle>
            <a:lvl1pPr>
              <a:defRPr/>
            </a:lvl1pPr>
          </a:lstStyle>
          <a:p>
            <a:pPr lvl="0"/>
            <a:r>
              <a:rPr lang="en-US" dirty="0"/>
              <a:t> </a:t>
            </a:r>
            <a:endParaRPr lang="en-AU" dirty="0"/>
          </a:p>
        </p:txBody>
      </p:sp>
      <p:sp>
        <p:nvSpPr>
          <p:cNvPr id="16" name="Text Placeholder 71">
            <a:extLst>
              <a:ext uri="{FF2B5EF4-FFF2-40B4-BE49-F238E27FC236}">
                <a16:creationId xmlns:a16="http://schemas.microsoft.com/office/drawing/2014/main" id="{A10F09E5-D8E6-5116-664C-A35378B0AEF8}"/>
              </a:ext>
            </a:extLst>
          </p:cNvPr>
          <p:cNvSpPr>
            <a:spLocks noGrp="1"/>
          </p:cNvSpPr>
          <p:nvPr>
            <p:ph type="body" sz="quarter" idx="23" hasCustomPrompt="1"/>
          </p:nvPr>
        </p:nvSpPr>
        <p:spPr>
          <a:xfrm>
            <a:off x="3367797" y="4826348"/>
            <a:ext cx="295956" cy="207384"/>
          </a:xfrm>
          <a:custGeom>
            <a:avLst/>
            <a:gdLst>
              <a:gd name="connsiteX0" fmla="*/ 118814 w 295956"/>
              <a:gd name="connsiteY0" fmla="*/ 60487 h 207384"/>
              <a:gd name="connsiteX1" fmla="*/ 118814 w 295956"/>
              <a:gd name="connsiteY1" fmla="*/ 147977 h 207384"/>
              <a:gd name="connsiteX2" fmla="*/ 195503 w 295956"/>
              <a:gd name="connsiteY2" fmla="*/ 104772 h 207384"/>
              <a:gd name="connsiteX3" fmla="*/ 147978 w 295956"/>
              <a:gd name="connsiteY3" fmla="*/ 0 h 207384"/>
              <a:gd name="connsiteX4" fmla="*/ 263551 w 295956"/>
              <a:gd name="connsiteY4" fmla="*/ 6480 h 207384"/>
              <a:gd name="connsiteX5" fmla="*/ 289475 w 295956"/>
              <a:gd name="connsiteY5" fmla="*/ 32403 h 207384"/>
              <a:gd name="connsiteX6" fmla="*/ 295956 w 295956"/>
              <a:gd name="connsiteY6" fmla="*/ 103692 h 207384"/>
              <a:gd name="connsiteX7" fmla="*/ 289475 w 295956"/>
              <a:gd name="connsiteY7" fmla="*/ 174980 h 207384"/>
              <a:gd name="connsiteX8" fmla="*/ 263551 w 295956"/>
              <a:gd name="connsiteY8" fmla="*/ 200903 h 207384"/>
              <a:gd name="connsiteX9" fmla="*/ 147978 w 295956"/>
              <a:gd name="connsiteY9" fmla="*/ 207384 h 207384"/>
              <a:gd name="connsiteX10" fmla="*/ 32404 w 295956"/>
              <a:gd name="connsiteY10" fmla="*/ 200903 h 207384"/>
              <a:gd name="connsiteX11" fmla="*/ 6480 w 295956"/>
              <a:gd name="connsiteY11" fmla="*/ 174980 h 207384"/>
              <a:gd name="connsiteX12" fmla="*/ 0 w 295956"/>
              <a:gd name="connsiteY12" fmla="*/ 103692 h 207384"/>
              <a:gd name="connsiteX13" fmla="*/ 6480 w 295956"/>
              <a:gd name="connsiteY13" fmla="*/ 32403 h 207384"/>
              <a:gd name="connsiteX14" fmla="*/ 32404 w 295956"/>
              <a:gd name="connsiteY14" fmla="*/ 6480 h 207384"/>
              <a:gd name="connsiteX15" fmla="*/ 147978 w 295956"/>
              <a:gd name="connsiteY15" fmla="*/ 0 h 207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95956" h="207384">
                <a:moveTo>
                  <a:pt x="118814" y="60487"/>
                </a:moveTo>
                <a:lnTo>
                  <a:pt x="118814" y="147977"/>
                </a:lnTo>
                <a:lnTo>
                  <a:pt x="195503" y="104772"/>
                </a:lnTo>
                <a:close/>
                <a:moveTo>
                  <a:pt x="147978" y="0"/>
                </a:moveTo>
                <a:cubicBezTo>
                  <a:pt x="147978" y="0"/>
                  <a:pt x="240868" y="0"/>
                  <a:pt x="263551" y="6480"/>
                </a:cubicBezTo>
                <a:cubicBezTo>
                  <a:pt x="276512" y="9721"/>
                  <a:pt x="286234" y="19442"/>
                  <a:pt x="289475" y="32403"/>
                </a:cubicBezTo>
                <a:cubicBezTo>
                  <a:pt x="295956" y="55086"/>
                  <a:pt x="295956" y="103692"/>
                  <a:pt x="295956" y="103692"/>
                </a:cubicBezTo>
                <a:cubicBezTo>
                  <a:pt x="295956" y="103692"/>
                  <a:pt x="295956" y="152297"/>
                  <a:pt x="289475" y="174980"/>
                </a:cubicBezTo>
                <a:cubicBezTo>
                  <a:pt x="286234" y="187941"/>
                  <a:pt x="276512" y="197662"/>
                  <a:pt x="263551" y="200903"/>
                </a:cubicBezTo>
                <a:cubicBezTo>
                  <a:pt x="239789" y="207384"/>
                  <a:pt x="147978" y="207384"/>
                  <a:pt x="147978" y="207384"/>
                </a:cubicBezTo>
                <a:cubicBezTo>
                  <a:pt x="147978" y="207384"/>
                  <a:pt x="55086" y="207384"/>
                  <a:pt x="32404" y="200903"/>
                </a:cubicBezTo>
                <a:cubicBezTo>
                  <a:pt x="19442" y="197662"/>
                  <a:pt x="9721" y="187941"/>
                  <a:pt x="6480" y="174980"/>
                </a:cubicBezTo>
                <a:cubicBezTo>
                  <a:pt x="0" y="152297"/>
                  <a:pt x="0" y="103692"/>
                  <a:pt x="0" y="103692"/>
                </a:cubicBezTo>
                <a:cubicBezTo>
                  <a:pt x="0" y="103692"/>
                  <a:pt x="0" y="55086"/>
                  <a:pt x="6480" y="32403"/>
                </a:cubicBezTo>
                <a:cubicBezTo>
                  <a:pt x="9721" y="19442"/>
                  <a:pt x="19442" y="9721"/>
                  <a:pt x="32404" y="6480"/>
                </a:cubicBezTo>
                <a:cubicBezTo>
                  <a:pt x="56166" y="0"/>
                  <a:pt x="147978" y="0"/>
                  <a:pt x="147978" y="0"/>
                </a:cubicBezTo>
                <a:close/>
              </a:path>
            </a:pathLst>
          </a:custGeom>
          <a:solidFill>
            <a:schemeClr val="bg1"/>
          </a:solidFill>
        </p:spPr>
        <p:txBody>
          <a:bodyPr wrap="square">
            <a:noAutofit/>
          </a:bodyPr>
          <a:lstStyle>
            <a:lvl1pPr>
              <a:defRPr/>
            </a:lvl1pPr>
          </a:lstStyle>
          <a:p>
            <a:pPr lvl="0"/>
            <a:r>
              <a:rPr lang="en-US" dirty="0"/>
              <a:t> </a:t>
            </a:r>
            <a:endParaRPr lang="en-AU" dirty="0"/>
          </a:p>
        </p:txBody>
      </p:sp>
      <p:pic>
        <p:nvPicPr>
          <p:cNvPr id="2" name="Picture 1" descr="A white text on a black background&#10;&#10;Description automatically generated">
            <a:extLst>
              <a:ext uri="{FF2B5EF4-FFF2-40B4-BE49-F238E27FC236}">
                <a16:creationId xmlns:a16="http://schemas.microsoft.com/office/drawing/2014/main" id="{6942A344-6F98-D9F6-9AB0-977B073AE1D6}"/>
              </a:ext>
            </a:extLst>
          </p:cNvPr>
          <p:cNvPicPr>
            <a:picLocks noChangeAspect="1"/>
          </p:cNvPicPr>
          <p:nvPr userDrawn="1"/>
        </p:nvPicPr>
        <p:blipFill>
          <a:blip r:embed="rId3"/>
          <a:stretch>
            <a:fillRect/>
          </a:stretch>
        </p:blipFill>
        <p:spPr>
          <a:xfrm>
            <a:off x="9799983" y="393370"/>
            <a:ext cx="1968406" cy="634151"/>
          </a:xfrm>
          <a:prstGeom prst="rect">
            <a:avLst/>
          </a:prstGeom>
        </p:spPr>
      </p:pic>
    </p:spTree>
    <p:extLst>
      <p:ext uri="{BB962C8B-B14F-4D97-AF65-F5344CB8AC3E}">
        <p14:creationId xmlns:p14="http://schemas.microsoft.com/office/powerpoint/2010/main" val="216227512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1_Back Cover_Purple">
    <p:bg>
      <p:bgPr>
        <a:gradFill>
          <a:gsLst>
            <a:gs pos="0">
              <a:srgbClr val="962A8B"/>
            </a:gs>
            <a:gs pos="47000">
              <a:schemeClr val="accent1"/>
            </a:gs>
          </a:gsLst>
          <a:lin ang="10800000" scaled="0"/>
        </a:gradFill>
        <a:effectLst/>
      </p:bgPr>
    </p:bg>
    <p:spTree>
      <p:nvGrpSpPr>
        <p:cNvPr id="1" name=""/>
        <p:cNvGrpSpPr/>
        <p:nvPr/>
      </p:nvGrpSpPr>
      <p:grpSpPr>
        <a:xfrm>
          <a:off x="0" y="0"/>
          <a:ext cx="0" cy="0"/>
          <a:chOff x="0" y="0"/>
          <a:chExt cx="0" cy="0"/>
        </a:xfrm>
      </p:grpSpPr>
      <p:sp>
        <p:nvSpPr>
          <p:cNvPr id="3" name="Text Placeholder 6">
            <a:extLst>
              <a:ext uri="{FF2B5EF4-FFF2-40B4-BE49-F238E27FC236}">
                <a16:creationId xmlns:a16="http://schemas.microsoft.com/office/drawing/2014/main" id="{7B65A8D6-333F-3A35-FE2C-6A94DC5C9F32}"/>
              </a:ext>
            </a:extLst>
          </p:cNvPr>
          <p:cNvSpPr>
            <a:spLocks noGrp="1"/>
          </p:cNvSpPr>
          <p:nvPr>
            <p:ph type="body" sz="quarter" idx="10" hasCustomPrompt="1"/>
          </p:nvPr>
        </p:nvSpPr>
        <p:spPr bwMode="white">
          <a:xfrm>
            <a:off x="1271464" y="3266052"/>
            <a:ext cx="3254263" cy="276999"/>
          </a:xfrm>
          <a:prstGeom prst="rect">
            <a:avLst/>
          </a:prstGeom>
        </p:spPr>
        <p:txBody>
          <a:bodyPr vert="horz" lIns="0" tIns="0" rIns="0" bIns="0" rtlCol="0" anchor="t">
            <a:spAutoFit/>
          </a:bodyPr>
          <a:lstStyle>
            <a:lvl1pPr>
              <a:defRPr lang="en-US" sz="1800" b="0" spc="0" baseline="0" dirty="0">
                <a:solidFill>
                  <a:schemeClr val="bg1"/>
                </a:solidFill>
                <a:latin typeface="+mn-lt"/>
                <a:ea typeface="+mj-ea"/>
                <a:cs typeface="+mj-cs"/>
              </a:defRPr>
            </a:lvl1pPr>
          </a:lstStyle>
          <a:p>
            <a:pPr lvl="0">
              <a:lnSpc>
                <a:spcPct val="100000"/>
              </a:lnSpc>
              <a:spcBef>
                <a:spcPct val="0"/>
              </a:spcBef>
            </a:pPr>
            <a:r>
              <a:rPr lang="en-US" dirty="0"/>
              <a:t>Name surname</a:t>
            </a:r>
          </a:p>
        </p:txBody>
      </p:sp>
      <p:sp>
        <p:nvSpPr>
          <p:cNvPr id="6" name="Title 1">
            <a:extLst>
              <a:ext uri="{FF2B5EF4-FFF2-40B4-BE49-F238E27FC236}">
                <a16:creationId xmlns:a16="http://schemas.microsoft.com/office/drawing/2014/main" id="{ED0B99CD-2BA7-392D-787E-F00370E1BE75}"/>
              </a:ext>
            </a:extLst>
          </p:cNvPr>
          <p:cNvSpPr>
            <a:spLocks noGrp="1"/>
          </p:cNvSpPr>
          <p:nvPr>
            <p:ph type="title" hasCustomPrompt="1"/>
          </p:nvPr>
        </p:nvSpPr>
        <p:spPr bwMode="white">
          <a:xfrm>
            <a:off x="1271464" y="2420888"/>
            <a:ext cx="3192289" cy="720081"/>
          </a:xfrm>
        </p:spPr>
        <p:txBody>
          <a:bodyPr vert="horz" lIns="0" tIns="0" rIns="0" bIns="0" rtlCol="0" anchor="t" anchorCtr="0">
            <a:normAutofit/>
          </a:bodyPr>
          <a:lstStyle>
            <a:lvl1pPr>
              <a:defRPr lang="en-AU" sz="3600" spc="0" baseline="0" dirty="0">
                <a:solidFill>
                  <a:schemeClr val="bg1"/>
                </a:solidFill>
                <a:latin typeface="+mn-lt"/>
              </a:defRPr>
            </a:lvl1pPr>
          </a:lstStyle>
          <a:p>
            <a:pPr marL="0" lvl="0"/>
            <a:r>
              <a:rPr lang="en-US" dirty="0"/>
              <a:t>Contact</a:t>
            </a:r>
            <a:endParaRPr lang="en-AU" dirty="0"/>
          </a:p>
        </p:txBody>
      </p:sp>
      <p:sp>
        <p:nvSpPr>
          <p:cNvPr id="8" name="Text Placeholder 6">
            <a:extLst>
              <a:ext uri="{FF2B5EF4-FFF2-40B4-BE49-F238E27FC236}">
                <a16:creationId xmlns:a16="http://schemas.microsoft.com/office/drawing/2014/main" id="{947023C6-07DE-C4CE-B53E-9EBD38970370}"/>
              </a:ext>
            </a:extLst>
          </p:cNvPr>
          <p:cNvSpPr>
            <a:spLocks noGrp="1"/>
          </p:cNvSpPr>
          <p:nvPr>
            <p:ph type="body" sz="quarter" idx="16" hasCustomPrompt="1"/>
          </p:nvPr>
        </p:nvSpPr>
        <p:spPr bwMode="white">
          <a:xfrm>
            <a:off x="1271464" y="3606924"/>
            <a:ext cx="3254263" cy="215444"/>
          </a:xfrm>
          <a:prstGeom prst="rect">
            <a:avLst/>
          </a:prstGeom>
        </p:spPr>
        <p:txBody>
          <a:bodyPr vert="horz" lIns="0" tIns="0" rIns="0" bIns="0" rtlCol="0" anchor="t">
            <a:spAutoFit/>
          </a:bodyPr>
          <a:lstStyle>
            <a:lvl1pPr>
              <a:defRPr lang="en-US" sz="1400" b="0" spc="0" baseline="0" dirty="0" smtClean="0">
                <a:solidFill>
                  <a:schemeClr val="bg1"/>
                </a:solidFill>
                <a:latin typeface="+mn-lt"/>
                <a:ea typeface="+mj-ea"/>
                <a:cs typeface="+mj-cs"/>
              </a:defRPr>
            </a:lvl1pPr>
          </a:lstStyle>
          <a:p>
            <a:pPr lvl="0">
              <a:lnSpc>
                <a:spcPct val="100000"/>
              </a:lnSpc>
              <a:spcBef>
                <a:spcPct val="0"/>
              </a:spcBef>
            </a:pPr>
            <a:r>
              <a:rPr lang="en-US" dirty="0"/>
              <a:t>Title</a:t>
            </a:r>
          </a:p>
        </p:txBody>
      </p:sp>
      <p:sp>
        <p:nvSpPr>
          <p:cNvPr id="10" name="Text Placeholder 6">
            <a:extLst>
              <a:ext uri="{FF2B5EF4-FFF2-40B4-BE49-F238E27FC236}">
                <a16:creationId xmlns:a16="http://schemas.microsoft.com/office/drawing/2014/main" id="{E429A183-2352-05DD-CC45-E9252D454D65}"/>
              </a:ext>
            </a:extLst>
          </p:cNvPr>
          <p:cNvSpPr>
            <a:spLocks noGrp="1"/>
          </p:cNvSpPr>
          <p:nvPr>
            <p:ph type="body" sz="quarter" idx="17" hasCustomPrompt="1"/>
          </p:nvPr>
        </p:nvSpPr>
        <p:spPr bwMode="white">
          <a:xfrm>
            <a:off x="1271464" y="3861048"/>
            <a:ext cx="448841" cy="215444"/>
          </a:xfrm>
          <a:prstGeom prst="rect">
            <a:avLst/>
          </a:prstGeom>
        </p:spPr>
        <p:txBody>
          <a:bodyPr vert="horz" wrap="none" lIns="0" tIns="0" rIns="0" bIns="0" rtlCol="0" anchor="t">
            <a:spAutoFit/>
          </a:bodyPr>
          <a:lstStyle>
            <a:lvl1pPr>
              <a:defRPr lang="en-US" sz="1400" b="0" spc="0" baseline="0" dirty="0" smtClean="0">
                <a:solidFill>
                  <a:schemeClr val="bg1"/>
                </a:solidFill>
                <a:latin typeface="+mn-lt"/>
                <a:ea typeface="+mj-ea"/>
                <a:cs typeface="+mj-cs"/>
              </a:defRPr>
            </a:lvl1pPr>
          </a:lstStyle>
          <a:p>
            <a:pPr lvl="0">
              <a:lnSpc>
                <a:spcPct val="100000"/>
              </a:lnSpc>
              <a:spcBef>
                <a:spcPct val="0"/>
              </a:spcBef>
            </a:pPr>
            <a:r>
              <a:rPr lang="en-US" dirty="0"/>
              <a:t>Email</a:t>
            </a:r>
          </a:p>
        </p:txBody>
      </p:sp>
      <p:sp>
        <p:nvSpPr>
          <p:cNvPr id="11" name="Text Placeholder 6">
            <a:extLst>
              <a:ext uri="{FF2B5EF4-FFF2-40B4-BE49-F238E27FC236}">
                <a16:creationId xmlns:a16="http://schemas.microsoft.com/office/drawing/2014/main" id="{185FFE91-4FCD-98F3-36EB-B45F67ECA3B6}"/>
              </a:ext>
            </a:extLst>
          </p:cNvPr>
          <p:cNvSpPr>
            <a:spLocks noGrp="1"/>
          </p:cNvSpPr>
          <p:nvPr>
            <p:ph type="body" sz="quarter" idx="18" hasCustomPrompt="1"/>
          </p:nvPr>
        </p:nvSpPr>
        <p:spPr bwMode="white">
          <a:xfrm>
            <a:off x="1271464" y="4123556"/>
            <a:ext cx="517770" cy="215444"/>
          </a:xfrm>
          <a:prstGeom prst="rect">
            <a:avLst/>
          </a:prstGeom>
        </p:spPr>
        <p:txBody>
          <a:bodyPr vert="horz" wrap="none" lIns="0" tIns="0" rIns="0" bIns="0" rtlCol="0" anchor="t">
            <a:spAutoFit/>
          </a:bodyPr>
          <a:lstStyle>
            <a:lvl1pPr>
              <a:defRPr lang="en-US" sz="1400" b="0" spc="0" baseline="0" dirty="0" smtClean="0">
                <a:solidFill>
                  <a:schemeClr val="bg1"/>
                </a:solidFill>
                <a:latin typeface="+mn-lt"/>
                <a:ea typeface="+mj-ea"/>
                <a:cs typeface="+mj-cs"/>
              </a:defRPr>
            </a:lvl1pPr>
          </a:lstStyle>
          <a:p>
            <a:pPr lvl="0">
              <a:lnSpc>
                <a:spcPct val="100000"/>
              </a:lnSpc>
              <a:spcBef>
                <a:spcPct val="0"/>
              </a:spcBef>
            </a:pPr>
            <a:r>
              <a:rPr lang="en-US" dirty="0"/>
              <a:t>Phone</a:t>
            </a:r>
          </a:p>
        </p:txBody>
      </p:sp>
      <p:sp>
        <p:nvSpPr>
          <p:cNvPr id="12" name="Text Placeholder 50">
            <a:extLst>
              <a:ext uri="{FF2B5EF4-FFF2-40B4-BE49-F238E27FC236}">
                <a16:creationId xmlns:a16="http://schemas.microsoft.com/office/drawing/2014/main" id="{323BE556-8095-6235-FA78-683A56927C1A}"/>
              </a:ext>
            </a:extLst>
          </p:cNvPr>
          <p:cNvSpPr>
            <a:spLocks noGrp="1"/>
          </p:cNvSpPr>
          <p:nvPr>
            <p:ph type="body" sz="quarter" idx="19" hasCustomPrompt="1"/>
          </p:nvPr>
        </p:nvSpPr>
        <p:spPr>
          <a:xfrm>
            <a:off x="1271446" y="4797150"/>
            <a:ext cx="251419" cy="258205"/>
          </a:xfrm>
          <a:custGeom>
            <a:avLst/>
            <a:gdLst>
              <a:gd name="connsiteX0" fmla="*/ 2166 w 251419"/>
              <a:gd name="connsiteY0" fmla="*/ 0 h 258205"/>
              <a:gd name="connsiteX1" fmla="*/ 249239 w 251419"/>
              <a:gd name="connsiteY1" fmla="*/ 0 h 258205"/>
              <a:gd name="connsiteX2" fmla="*/ 251419 w 251419"/>
              <a:gd name="connsiteY2" fmla="*/ 2144 h 258205"/>
              <a:gd name="connsiteX3" fmla="*/ 251419 w 251419"/>
              <a:gd name="connsiteY3" fmla="*/ 256168 h 258205"/>
              <a:gd name="connsiteX4" fmla="*/ 249386 w 251419"/>
              <a:gd name="connsiteY4" fmla="*/ 258184 h 258205"/>
              <a:gd name="connsiteX5" fmla="*/ 173327 w 251419"/>
              <a:gd name="connsiteY5" fmla="*/ 258139 h 258205"/>
              <a:gd name="connsiteX6" fmla="*/ 172109 w 251419"/>
              <a:gd name="connsiteY6" fmla="*/ 254871 h 258205"/>
              <a:gd name="connsiteX7" fmla="*/ 172109 w 251419"/>
              <a:gd name="connsiteY7" fmla="*/ 243272 h 258205"/>
              <a:gd name="connsiteX8" fmla="*/ 172109 w 251419"/>
              <a:gd name="connsiteY8" fmla="*/ 164416 h 258205"/>
              <a:gd name="connsiteX9" fmla="*/ 172109 w 251419"/>
              <a:gd name="connsiteY9" fmla="*/ 161390 h 258205"/>
              <a:gd name="connsiteX10" fmla="*/ 176288 w 251419"/>
              <a:gd name="connsiteY10" fmla="*/ 157088 h 258205"/>
              <a:gd name="connsiteX11" fmla="*/ 197894 w 251419"/>
              <a:gd name="connsiteY11" fmla="*/ 157088 h 258205"/>
              <a:gd name="connsiteX12" fmla="*/ 201081 w 251419"/>
              <a:gd name="connsiteY12" fmla="*/ 157017 h 258205"/>
              <a:gd name="connsiteX13" fmla="*/ 205437 w 251419"/>
              <a:gd name="connsiteY13" fmla="*/ 152856 h 258205"/>
              <a:gd name="connsiteX14" fmla="*/ 208383 w 251419"/>
              <a:gd name="connsiteY14" fmla="*/ 130132 h 258205"/>
              <a:gd name="connsiteX15" fmla="*/ 209183 w 251419"/>
              <a:gd name="connsiteY15" fmla="*/ 123888 h 258205"/>
              <a:gd name="connsiteX16" fmla="*/ 205427 w 251419"/>
              <a:gd name="connsiteY16" fmla="*/ 119349 h 258205"/>
              <a:gd name="connsiteX17" fmla="*/ 194133 w 251419"/>
              <a:gd name="connsiteY17" fmla="*/ 119289 h 258205"/>
              <a:gd name="connsiteX18" fmla="*/ 176219 w 251419"/>
              <a:gd name="connsiteY18" fmla="*/ 119289 h 258205"/>
              <a:gd name="connsiteX19" fmla="*/ 172119 w 251419"/>
              <a:gd name="connsiteY19" fmla="*/ 115219 h 258205"/>
              <a:gd name="connsiteX20" fmla="*/ 172119 w 251419"/>
              <a:gd name="connsiteY20" fmla="*/ 90774 h 258205"/>
              <a:gd name="connsiteX21" fmla="*/ 183816 w 251419"/>
              <a:gd name="connsiteY21" fmla="*/ 74338 h 258205"/>
              <a:gd name="connsiteX22" fmla="*/ 187459 w 251419"/>
              <a:gd name="connsiteY22" fmla="*/ 73929 h 258205"/>
              <a:gd name="connsiteX23" fmla="*/ 205859 w 251419"/>
              <a:gd name="connsiteY23" fmla="*/ 73894 h 258205"/>
              <a:gd name="connsiteX24" fmla="*/ 210828 w 251419"/>
              <a:gd name="connsiteY24" fmla="*/ 68967 h 258205"/>
              <a:gd name="connsiteX25" fmla="*/ 210828 w 251419"/>
              <a:gd name="connsiteY25" fmla="*/ 44522 h 258205"/>
              <a:gd name="connsiteX26" fmla="*/ 206974 w 251419"/>
              <a:gd name="connsiteY26" fmla="*/ 39782 h 258205"/>
              <a:gd name="connsiteX27" fmla="*/ 170970 w 251419"/>
              <a:gd name="connsiteY27" fmla="*/ 40654 h 258205"/>
              <a:gd name="connsiteX28" fmla="*/ 135299 w 251419"/>
              <a:gd name="connsiteY28" fmla="*/ 83028 h 258205"/>
              <a:gd name="connsiteX29" fmla="*/ 135299 w 251419"/>
              <a:gd name="connsiteY29" fmla="*/ 114295 h 258205"/>
              <a:gd name="connsiteX30" fmla="*/ 130350 w 251419"/>
              <a:gd name="connsiteY30" fmla="*/ 119278 h 258205"/>
              <a:gd name="connsiteX31" fmla="*/ 108744 w 251419"/>
              <a:gd name="connsiteY31" fmla="*/ 119278 h 258205"/>
              <a:gd name="connsiteX32" fmla="*/ 102414 w 251419"/>
              <a:gd name="connsiteY32" fmla="*/ 125643 h 258205"/>
              <a:gd name="connsiteX33" fmla="*/ 102414 w 251419"/>
              <a:gd name="connsiteY33" fmla="*/ 150859 h 258205"/>
              <a:gd name="connsiteX34" fmla="*/ 108385 w 251419"/>
              <a:gd name="connsiteY34" fmla="*/ 157088 h 258205"/>
              <a:gd name="connsiteX35" fmla="*/ 131464 w 251419"/>
              <a:gd name="connsiteY35" fmla="*/ 157088 h 258205"/>
              <a:gd name="connsiteX36" fmla="*/ 135295 w 251419"/>
              <a:gd name="connsiteY36" fmla="*/ 160916 h 258205"/>
              <a:gd name="connsiteX37" fmla="*/ 135295 w 251419"/>
              <a:gd name="connsiteY37" fmla="*/ 254412 h 258205"/>
              <a:gd name="connsiteX38" fmla="*/ 134048 w 251419"/>
              <a:gd name="connsiteY38" fmla="*/ 258159 h 258205"/>
              <a:gd name="connsiteX39" fmla="*/ 2047 w 251419"/>
              <a:gd name="connsiteY39" fmla="*/ 258205 h 258205"/>
              <a:gd name="connsiteX40" fmla="*/ 0 w 251419"/>
              <a:gd name="connsiteY40" fmla="*/ 256188 h 258205"/>
              <a:gd name="connsiteX41" fmla="*/ 0 w 251419"/>
              <a:gd name="connsiteY41" fmla="*/ 2159 h 258205"/>
              <a:gd name="connsiteX42" fmla="*/ 2166 w 251419"/>
              <a:gd name="connsiteY42" fmla="*/ 0 h 258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251419" h="258205">
                <a:moveTo>
                  <a:pt x="2166" y="0"/>
                </a:moveTo>
                <a:cubicBezTo>
                  <a:pt x="84525" y="51"/>
                  <a:pt x="166882" y="51"/>
                  <a:pt x="249239" y="0"/>
                </a:cubicBezTo>
                <a:cubicBezTo>
                  <a:pt x="250903" y="0"/>
                  <a:pt x="251424" y="212"/>
                  <a:pt x="251419" y="2144"/>
                </a:cubicBezTo>
                <a:cubicBezTo>
                  <a:pt x="251357" y="86820"/>
                  <a:pt x="251357" y="171495"/>
                  <a:pt x="251419" y="256168"/>
                </a:cubicBezTo>
                <a:cubicBezTo>
                  <a:pt x="251419" y="257937"/>
                  <a:pt x="251026" y="258215"/>
                  <a:pt x="249386" y="258184"/>
                </a:cubicBezTo>
                <a:cubicBezTo>
                  <a:pt x="224035" y="258120"/>
                  <a:pt x="198682" y="258106"/>
                  <a:pt x="173327" y="258139"/>
                </a:cubicBezTo>
                <a:cubicBezTo>
                  <a:pt x="172271" y="257307"/>
                  <a:pt x="172114" y="256122"/>
                  <a:pt x="172109" y="254871"/>
                </a:cubicBezTo>
                <a:cubicBezTo>
                  <a:pt x="172109" y="251003"/>
                  <a:pt x="172109" y="247140"/>
                  <a:pt x="172109" y="243272"/>
                </a:cubicBezTo>
                <a:lnTo>
                  <a:pt x="172109" y="164416"/>
                </a:lnTo>
                <a:cubicBezTo>
                  <a:pt x="172109" y="163406"/>
                  <a:pt x="172109" y="162398"/>
                  <a:pt x="172109" y="161390"/>
                </a:cubicBezTo>
                <a:cubicBezTo>
                  <a:pt x="172168" y="157793"/>
                  <a:pt x="172796" y="157107"/>
                  <a:pt x="176288" y="157088"/>
                </a:cubicBezTo>
                <a:cubicBezTo>
                  <a:pt x="183487" y="157047"/>
                  <a:pt x="190681" y="157088"/>
                  <a:pt x="197894" y="157088"/>
                </a:cubicBezTo>
                <a:cubicBezTo>
                  <a:pt x="198955" y="157088"/>
                  <a:pt x="200020" y="157113"/>
                  <a:pt x="201081" y="157017"/>
                </a:cubicBezTo>
                <a:cubicBezTo>
                  <a:pt x="203900" y="156760"/>
                  <a:pt x="205010" y="155781"/>
                  <a:pt x="205437" y="152856"/>
                </a:cubicBezTo>
                <a:cubicBezTo>
                  <a:pt x="206512" y="145292"/>
                  <a:pt x="207465" y="137727"/>
                  <a:pt x="208383" y="130132"/>
                </a:cubicBezTo>
                <a:cubicBezTo>
                  <a:pt x="208638" y="128048"/>
                  <a:pt x="208987" y="125976"/>
                  <a:pt x="209183" y="123888"/>
                </a:cubicBezTo>
                <a:cubicBezTo>
                  <a:pt x="209478" y="120726"/>
                  <a:pt x="208496" y="119485"/>
                  <a:pt x="205427" y="119349"/>
                </a:cubicBezTo>
                <a:cubicBezTo>
                  <a:pt x="201665" y="119178"/>
                  <a:pt x="197904" y="119298"/>
                  <a:pt x="194133" y="119289"/>
                </a:cubicBezTo>
                <a:cubicBezTo>
                  <a:pt x="188161" y="119289"/>
                  <a:pt x="182190" y="119314"/>
                  <a:pt x="176219" y="119289"/>
                </a:cubicBezTo>
                <a:cubicBezTo>
                  <a:pt x="172738" y="119289"/>
                  <a:pt x="172138" y="118688"/>
                  <a:pt x="172119" y="115219"/>
                </a:cubicBezTo>
                <a:cubicBezTo>
                  <a:pt x="172075" y="107074"/>
                  <a:pt x="172035" y="98924"/>
                  <a:pt x="172119" y="90774"/>
                </a:cubicBezTo>
                <a:cubicBezTo>
                  <a:pt x="172202" y="82624"/>
                  <a:pt x="176691" y="76435"/>
                  <a:pt x="183816" y="74338"/>
                </a:cubicBezTo>
                <a:cubicBezTo>
                  <a:pt x="185006" y="74029"/>
                  <a:pt x="186232" y="73892"/>
                  <a:pt x="187459" y="73929"/>
                </a:cubicBezTo>
                <a:cubicBezTo>
                  <a:pt x="193593" y="73929"/>
                  <a:pt x="199735" y="73995"/>
                  <a:pt x="205859" y="73894"/>
                </a:cubicBezTo>
                <a:cubicBezTo>
                  <a:pt x="209664" y="73833"/>
                  <a:pt x="210769" y="72754"/>
                  <a:pt x="210828" y="68967"/>
                </a:cubicBezTo>
                <a:cubicBezTo>
                  <a:pt x="210927" y="60817"/>
                  <a:pt x="210927" y="52669"/>
                  <a:pt x="210828" y="44522"/>
                </a:cubicBezTo>
                <a:cubicBezTo>
                  <a:pt x="210784" y="41204"/>
                  <a:pt x="209763" y="39791"/>
                  <a:pt x="206974" y="39782"/>
                </a:cubicBezTo>
                <a:cubicBezTo>
                  <a:pt x="194967" y="39736"/>
                  <a:pt x="182912" y="38813"/>
                  <a:pt x="170970" y="40654"/>
                </a:cubicBezTo>
                <a:cubicBezTo>
                  <a:pt x="150559" y="43862"/>
                  <a:pt x="135441" y="61821"/>
                  <a:pt x="135299" y="83028"/>
                </a:cubicBezTo>
                <a:cubicBezTo>
                  <a:pt x="135231" y="93441"/>
                  <a:pt x="135299" y="103861"/>
                  <a:pt x="135299" y="114295"/>
                </a:cubicBezTo>
                <a:cubicBezTo>
                  <a:pt x="135299" y="118834"/>
                  <a:pt x="134809" y="119268"/>
                  <a:pt x="130350" y="119278"/>
                </a:cubicBezTo>
                <a:cubicBezTo>
                  <a:pt x="123151" y="119278"/>
                  <a:pt x="115952" y="119278"/>
                  <a:pt x="108744" y="119278"/>
                </a:cubicBezTo>
                <a:cubicBezTo>
                  <a:pt x="103239" y="119278"/>
                  <a:pt x="102429" y="120100"/>
                  <a:pt x="102414" y="125643"/>
                </a:cubicBezTo>
                <a:cubicBezTo>
                  <a:pt x="102391" y="134048"/>
                  <a:pt x="102391" y="142453"/>
                  <a:pt x="102414" y="150859"/>
                </a:cubicBezTo>
                <a:cubicBezTo>
                  <a:pt x="102414" y="156160"/>
                  <a:pt x="103298" y="157062"/>
                  <a:pt x="108385" y="157088"/>
                </a:cubicBezTo>
                <a:cubicBezTo>
                  <a:pt x="116075" y="157123"/>
                  <a:pt x="123760" y="157088"/>
                  <a:pt x="131464" y="157088"/>
                </a:cubicBezTo>
                <a:cubicBezTo>
                  <a:pt x="134961" y="157088"/>
                  <a:pt x="135290" y="157415"/>
                  <a:pt x="135295" y="160916"/>
                </a:cubicBezTo>
                <a:cubicBezTo>
                  <a:pt x="135321" y="192083"/>
                  <a:pt x="135321" y="223249"/>
                  <a:pt x="135295" y="254412"/>
                </a:cubicBezTo>
                <a:cubicBezTo>
                  <a:pt x="135299" y="255804"/>
                  <a:pt x="135299" y="257201"/>
                  <a:pt x="134048" y="258159"/>
                </a:cubicBezTo>
                <a:cubicBezTo>
                  <a:pt x="90050" y="258159"/>
                  <a:pt x="46049" y="258175"/>
                  <a:pt x="2047" y="258205"/>
                </a:cubicBezTo>
                <a:cubicBezTo>
                  <a:pt x="442" y="258205"/>
                  <a:pt x="0" y="257978"/>
                  <a:pt x="0" y="256188"/>
                </a:cubicBezTo>
                <a:cubicBezTo>
                  <a:pt x="59" y="171512"/>
                  <a:pt x="59" y="86835"/>
                  <a:pt x="0" y="2159"/>
                </a:cubicBezTo>
                <a:cubicBezTo>
                  <a:pt x="0" y="273"/>
                  <a:pt x="461" y="0"/>
                  <a:pt x="2166" y="0"/>
                </a:cubicBezTo>
                <a:close/>
              </a:path>
            </a:pathLst>
          </a:custGeom>
          <a:solidFill>
            <a:schemeClr val="bg1"/>
          </a:solidFill>
        </p:spPr>
        <p:txBody>
          <a:bodyPr wrap="square">
            <a:noAutofit/>
          </a:bodyPr>
          <a:lstStyle>
            <a:lvl1pPr>
              <a:defRPr/>
            </a:lvl1pPr>
          </a:lstStyle>
          <a:p>
            <a:pPr lvl="0"/>
            <a:r>
              <a:rPr lang="en-US" dirty="0"/>
              <a:t> </a:t>
            </a:r>
            <a:endParaRPr lang="en-AU" dirty="0"/>
          </a:p>
        </p:txBody>
      </p:sp>
      <p:sp>
        <p:nvSpPr>
          <p:cNvPr id="13" name="Text Placeholder 64">
            <a:extLst>
              <a:ext uri="{FF2B5EF4-FFF2-40B4-BE49-F238E27FC236}">
                <a16:creationId xmlns:a16="http://schemas.microsoft.com/office/drawing/2014/main" id="{4630AA05-69D5-325F-14BD-970079E151BD}"/>
              </a:ext>
            </a:extLst>
          </p:cNvPr>
          <p:cNvSpPr>
            <a:spLocks noGrp="1"/>
          </p:cNvSpPr>
          <p:nvPr>
            <p:ph type="body" sz="quarter" idx="20" hasCustomPrompt="1"/>
          </p:nvPr>
        </p:nvSpPr>
        <p:spPr>
          <a:xfrm>
            <a:off x="1789323" y="4795041"/>
            <a:ext cx="258214" cy="258214"/>
          </a:xfrm>
          <a:custGeom>
            <a:avLst/>
            <a:gdLst>
              <a:gd name="connsiteX0" fmla="*/ 168330 w 258214"/>
              <a:gd name="connsiteY0" fmla="*/ 54523 h 258214"/>
              <a:gd name="connsiteX1" fmla="*/ 143207 w 258214"/>
              <a:gd name="connsiteY1" fmla="*/ 61674 h 258214"/>
              <a:gd name="connsiteX2" fmla="*/ 127478 w 258214"/>
              <a:gd name="connsiteY2" fmla="*/ 100048 h 258214"/>
              <a:gd name="connsiteX3" fmla="*/ 125562 w 258214"/>
              <a:gd name="connsiteY3" fmla="*/ 102074 h 258214"/>
              <a:gd name="connsiteX4" fmla="*/ 114375 w 258214"/>
              <a:gd name="connsiteY4" fmla="*/ 100346 h 258214"/>
              <a:gd name="connsiteX5" fmla="*/ 56378 w 258214"/>
              <a:gd name="connsiteY5" fmla="*/ 70890 h 258214"/>
              <a:gd name="connsiteX6" fmla="*/ 47265 w 258214"/>
              <a:gd name="connsiteY6" fmla="*/ 62587 h 258214"/>
              <a:gd name="connsiteX7" fmla="*/ 42599 w 258214"/>
              <a:gd name="connsiteY7" fmla="*/ 87138 h 258214"/>
              <a:gd name="connsiteX8" fmla="*/ 54910 w 258214"/>
              <a:gd name="connsiteY8" fmla="*/ 109522 h 258214"/>
              <a:gd name="connsiteX9" fmla="*/ 58233 w 258214"/>
              <a:gd name="connsiteY9" fmla="*/ 113316 h 258214"/>
              <a:gd name="connsiteX10" fmla="*/ 41970 w 258214"/>
              <a:gd name="connsiteY10" fmla="*/ 108450 h 258214"/>
              <a:gd name="connsiteX11" fmla="*/ 46735 w 258214"/>
              <a:gd name="connsiteY11" fmla="*/ 128670 h 258214"/>
              <a:gd name="connsiteX12" fmla="*/ 72369 w 258214"/>
              <a:gd name="connsiteY12" fmla="*/ 146904 h 258214"/>
              <a:gd name="connsiteX13" fmla="*/ 57931 w 258214"/>
              <a:gd name="connsiteY13" fmla="*/ 148036 h 258214"/>
              <a:gd name="connsiteX14" fmla="*/ 56418 w 258214"/>
              <a:gd name="connsiteY14" fmla="*/ 150062 h 258214"/>
              <a:gd name="connsiteX15" fmla="*/ 78765 w 258214"/>
              <a:gd name="connsiteY15" fmla="*/ 172249 h 258214"/>
              <a:gd name="connsiteX16" fmla="*/ 91283 w 258214"/>
              <a:gd name="connsiteY16" fmla="*/ 175049 h 258214"/>
              <a:gd name="connsiteX17" fmla="*/ 75347 w 258214"/>
              <a:gd name="connsiteY17" fmla="*/ 185060 h 258214"/>
              <a:gd name="connsiteX18" fmla="*/ 35439 w 258214"/>
              <a:gd name="connsiteY18" fmla="*/ 191972 h 258214"/>
              <a:gd name="connsiteX19" fmla="*/ 37477 w 258214"/>
              <a:gd name="connsiteY19" fmla="*/ 193243 h 258214"/>
              <a:gd name="connsiteX20" fmla="*/ 106186 w 258214"/>
              <a:gd name="connsiteY20" fmla="*/ 207743 h 258214"/>
              <a:gd name="connsiteX21" fmla="*/ 180573 w 258214"/>
              <a:gd name="connsiteY21" fmla="*/ 166469 h 258214"/>
              <a:gd name="connsiteX22" fmla="*/ 204645 w 258214"/>
              <a:gd name="connsiteY22" fmla="*/ 96751 h 258214"/>
              <a:gd name="connsiteX23" fmla="*/ 207564 w 258214"/>
              <a:gd name="connsiteY23" fmla="*/ 90395 h 258214"/>
              <a:gd name="connsiteX24" fmla="*/ 219669 w 258214"/>
              <a:gd name="connsiteY24" fmla="*/ 79014 h 258214"/>
              <a:gd name="connsiteX25" fmla="*/ 223582 w 258214"/>
              <a:gd name="connsiteY25" fmla="*/ 73214 h 258214"/>
              <a:gd name="connsiteX26" fmla="*/ 202243 w 258214"/>
              <a:gd name="connsiteY26" fmla="*/ 78656 h 258214"/>
              <a:gd name="connsiteX27" fmla="*/ 218741 w 258214"/>
              <a:gd name="connsiteY27" fmla="*/ 57701 h 258214"/>
              <a:gd name="connsiteX28" fmla="*/ 216153 w 258214"/>
              <a:gd name="connsiteY28" fmla="*/ 58436 h 258214"/>
              <a:gd name="connsiteX29" fmla="*/ 196717 w 258214"/>
              <a:gd name="connsiteY29" fmla="*/ 66023 h 258214"/>
              <a:gd name="connsiteX30" fmla="*/ 192314 w 258214"/>
              <a:gd name="connsiteY30" fmla="*/ 64971 h 258214"/>
              <a:gd name="connsiteX31" fmla="*/ 168330 w 258214"/>
              <a:gd name="connsiteY31" fmla="*/ 54523 h 258214"/>
              <a:gd name="connsiteX32" fmla="*/ 2062 w 258214"/>
              <a:gd name="connsiteY32" fmla="*/ 0 h 258214"/>
              <a:gd name="connsiteX33" fmla="*/ 256150 w 258214"/>
              <a:gd name="connsiteY33" fmla="*/ 0 h 258214"/>
              <a:gd name="connsiteX34" fmla="*/ 258214 w 258214"/>
              <a:gd name="connsiteY34" fmla="*/ 2066 h 258214"/>
              <a:gd name="connsiteX35" fmla="*/ 258214 w 258214"/>
              <a:gd name="connsiteY35" fmla="*/ 256148 h 258214"/>
              <a:gd name="connsiteX36" fmla="*/ 256150 w 258214"/>
              <a:gd name="connsiteY36" fmla="*/ 258214 h 258214"/>
              <a:gd name="connsiteX37" fmla="*/ 2062 w 258214"/>
              <a:gd name="connsiteY37" fmla="*/ 258214 h 258214"/>
              <a:gd name="connsiteX38" fmla="*/ 0 w 258214"/>
              <a:gd name="connsiteY38" fmla="*/ 256148 h 258214"/>
              <a:gd name="connsiteX39" fmla="*/ 50 w 258214"/>
              <a:gd name="connsiteY39" fmla="*/ 128849 h 258214"/>
              <a:gd name="connsiteX40" fmla="*/ 0 w 258214"/>
              <a:gd name="connsiteY40" fmla="*/ 2066 h 258214"/>
              <a:gd name="connsiteX41" fmla="*/ 2062 w 258214"/>
              <a:gd name="connsiteY41" fmla="*/ 0 h 258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258214" h="258214">
                <a:moveTo>
                  <a:pt x="168330" y="54523"/>
                </a:moveTo>
                <a:cubicBezTo>
                  <a:pt x="159493" y="53907"/>
                  <a:pt x="150465" y="56251"/>
                  <a:pt x="143207" y="61674"/>
                </a:cubicBezTo>
                <a:cubicBezTo>
                  <a:pt x="130358" y="71267"/>
                  <a:pt x="125123" y="84158"/>
                  <a:pt x="127478" y="100048"/>
                </a:cubicBezTo>
                <a:cubicBezTo>
                  <a:pt x="127735" y="101816"/>
                  <a:pt x="127347" y="102273"/>
                  <a:pt x="125562" y="102074"/>
                </a:cubicBezTo>
                <a:cubicBezTo>
                  <a:pt x="121813" y="101617"/>
                  <a:pt x="118077" y="101101"/>
                  <a:pt x="114375" y="100346"/>
                </a:cubicBezTo>
                <a:cubicBezTo>
                  <a:pt x="92327" y="95897"/>
                  <a:pt x="72804" y="86442"/>
                  <a:pt x="56378" y="70890"/>
                </a:cubicBezTo>
                <a:cubicBezTo>
                  <a:pt x="53409" y="68069"/>
                  <a:pt x="50326" y="65368"/>
                  <a:pt x="47265" y="62587"/>
                </a:cubicBezTo>
                <a:cubicBezTo>
                  <a:pt x="42949" y="69857"/>
                  <a:pt x="40967" y="78140"/>
                  <a:pt x="42599" y="87138"/>
                </a:cubicBezTo>
                <a:cubicBezTo>
                  <a:pt x="44204" y="95956"/>
                  <a:pt x="48818" y="103146"/>
                  <a:pt x="54910" y="109522"/>
                </a:cubicBezTo>
                <a:cubicBezTo>
                  <a:pt x="56011" y="110674"/>
                  <a:pt x="57457" y="111548"/>
                  <a:pt x="58233" y="113316"/>
                </a:cubicBezTo>
                <a:cubicBezTo>
                  <a:pt x="52560" y="112700"/>
                  <a:pt x="47047" y="111072"/>
                  <a:pt x="41970" y="108450"/>
                </a:cubicBezTo>
                <a:cubicBezTo>
                  <a:pt x="41980" y="115859"/>
                  <a:pt x="43310" y="122512"/>
                  <a:pt x="46735" y="128670"/>
                </a:cubicBezTo>
                <a:cubicBezTo>
                  <a:pt x="52318" y="138741"/>
                  <a:pt x="61362" y="144044"/>
                  <a:pt x="72369" y="146904"/>
                </a:cubicBezTo>
                <a:cubicBezTo>
                  <a:pt x="68951" y="148314"/>
                  <a:pt x="63030" y="148870"/>
                  <a:pt x="57931" y="148036"/>
                </a:cubicBezTo>
                <a:cubicBezTo>
                  <a:pt x="55598" y="147659"/>
                  <a:pt x="55752" y="148394"/>
                  <a:pt x="56418" y="150062"/>
                </a:cubicBezTo>
                <a:cubicBezTo>
                  <a:pt x="60696" y="160649"/>
                  <a:pt x="68008" y="168177"/>
                  <a:pt x="78765" y="172249"/>
                </a:cubicBezTo>
                <a:cubicBezTo>
                  <a:pt x="82664" y="173718"/>
                  <a:pt x="86744" y="174374"/>
                  <a:pt x="91283" y="175049"/>
                </a:cubicBezTo>
                <a:cubicBezTo>
                  <a:pt x="86178" y="179419"/>
                  <a:pt x="80894" y="182458"/>
                  <a:pt x="75347" y="185060"/>
                </a:cubicBezTo>
                <a:cubicBezTo>
                  <a:pt x="62913" y="190920"/>
                  <a:pt x="49122" y="193323"/>
                  <a:pt x="35439" y="191972"/>
                </a:cubicBezTo>
                <a:cubicBezTo>
                  <a:pt x="36124" y="192409"/>
                  <a:pt x="36776" y="192846"/>
                  <a:pt x="37477" y="193243"/>
                </a:cubicBezTo>
                <a:cubicBezTo>
                  <a:pt x="58779" y="205638"/>
                  <a:pt x="81725" y="210564"/>
                  <a:pt x="106186" y="207743"/>
                </a:cubicBezTo>
                <a:cubicBezTo>
                  <a:pt x="136601" y="204228"/>
                  <a:pt x="161449" y="190304"/>
                  <a:pt x="180573" y="166469"/>
                </a:cubicBezTo>
                <a:cubicBezTo>
                  <a:pt x="196868" y="146169"/>
                  <a:pt x="204740" y="122771"/>
                  <a:pt x="204645" y="96751"/>
                </a:cubicBezTo>
                <a:cubicBezTo>
                  <a:pt x="204635" y="93970"/>
                  <a:pt x="205300" y="92123"/>
                  <a:pt x="207564" y="90395"/>
                </a:cubicBezTo>
                <a:cubicBezTo>
                  <a:pt x="211940" y="86978"/>
                  <a:pt x="215992" y="83165"/>
                  <a:pt x="219669" y="79014"/>
                </a:cubicBezTo>
                <a:cubicBezTo>
                  <a:pt x="221146" y="77385"/>
                  <a:pt x="222710" y="75736"/>
                  <a:pt x="223582" y="73214"/>
                </a:cubicBezTo>
                <a:cubicBezTo>
                  <a:pt x="216612" y="75697"/>
                  <a:pt x="209910" y="77861"/>
                  <a:pt x="202243" y="78656"/>
                </a:cubicBezTo>
                <a:cubicBezTo>
                  <a:pt x="209698" y="72717"/>
                  <a:pt x="216284" y="66877"/>
                  <a:pt x="218741" y="57701"/>
                </a:cubicBezTo>
                <a:cubicBezTo>
                  <a:pt x="217525" y="57462"/>
                  <a:pt x="216874" y="58098"/>
                  <a:pt x="216153" y="58436"/>
                </a:cubicBezTo>
                <a:cubicBezTo>
                  <a:pt x="209839" y="61375"/>
                  <a:pt x="203348" y="63898"/>
                  <a:pt x="196717" y="66023"/>
                </a:cubicBezTo>
                <a:cubicBezTo>
                  <a:pt x="194880" y="66639"/>
                  <a:pt x="193726" y="66341"/>
                  <a:pt x="192314" y="64971"/>
                </a:cubicBezTo>
                <a:cubicBezTo>
                  <a:pt x="185815" y="58654"/>
                  <a:pt x="177169" y="55119"/>
                  <a:pt x="168330" y="54523"/>
                </a:cubicBezTo>
                <a:close/>
                <a:moveTo>
                  <a:pt x="2062" y="0"/>
                </a:moveTo>
                <a:cubicBezTo>
                  <a:pt x="86758" y="60"/>
                  <a:pt x="171454" y="60"/>
                  <a:pt x="256150" y="0"/>
                </a:cubicBezTo>
                <a:cubicBezTo>
                  <a:pt x="257876" y="0"/>
                  <a:pt x="258214" y="338"/>
                  <a:pt x="258214" y="2066"/>
                </a:cubicBezTo>
                <a:cubicBezTo>
                  <a:pt x="258156" y="86760"/>
                  <a:pt x="258156" y="171454"/>
                  <a:pt x="258214" y="256148"/>
                </a:cubicBezTo>
                <a:cubicBezTo>
                  <a:pt x="258214" y="257876"/>
                  <a:pt x="257876" y="258214"/>
                  <a:pt x="256150" y="258214"/>
                </a:cubicBezTo>
                <a:cubicBezTo>
                  <a:pt x="171454" y="258154"/>
                  <a:pt x="86758" y="258154"/>
                  <a:pt x="2062" y="258214"/>
                </a:cubicBezTo>
                <a:cubicBezTo>
                  <a:pt x="338" y="258214"/>
                  <a:pt x="0" y="257876"/>
                  <a:pt x="0" y="256148"/>
                </a:cubicBezTo>
                <a:cubicBezTo>
                  <a:pt x="60" y="213702"/>
                  <a:pt x="77" y="171275"/>
                  <a:pt x="50" y="128849"/>
                </a:cubicBezTo>
                <a:cubicBezTo>
                  <a:pt x="50" y="86601"/>
                  <a:pt x="34" y="44333"/>
                  <a:pt x="0" y="2066"/>
                </a:cubicBezTo>
                <a:cubicBezTo>
                  <a:pt x="0" y="338"/>
                  <a:pt x="338" y="0"/>
                  <a:pt x="2062" y="0"/>
                </a:cubicBezTo>
                <a:close/>
              </a:path>
            </a:pathLst>
          </a:custGeom>
          <a:solidFill>
            <a:schemeClr val="bg1"/>
          </a:solidFill>
        </p:spPr>
        <p:txBody>
          <a:bodyPr wrap="square">
            <a:noAutofit/>
          </a:bodyPr>
          <a:lstStyle>
            <a:lvl1pPr>
              <a:defRPr/>
            </a:lvl1pPr>
          </a:lstStyle>
          <a:p>
            <a:pPr lvl="0"/>
            <a:r>
              <a:rPr lang="en-US" dirty="0"/>
              <a:t> </a:t>
            </a:r>
            <a:endParaRPr lang="en-AU" dirty="0"/>
          </a:p>
        </p:txBody>
      </p:sp>
      <p:sp>
        <p:nvSpPr>
          <p:cNvPr id="14" name="Text Placeholder 66">
            <a:extLst>
              <a:ext uri="{FF2B5EF4-FFF2-40B4-BE49-F238E27FC236}">
                <a16:creationId xmlns:a16="http://schemas.microsoft.com/office/drawing/2014/main" id="{AD24E6E9-6948-EADD-E400-0CA3533FB785}"/>
              </a:ext>
            </a:extLst>
          </p:cNvPr>
          <p:cNvSpPr>
            <a:spLocks noGrp="1"/>
          </p:cNvSpPr>
          <p:nvPr>
            <p:ph type="body" sz="quarter" idx="21" hasCustomPrompt="1"/>
          </p:nvPr>
        </p:nvSpPr>
        <p:spPr>
          <a:xfrm>
            <a:off x="2315272" y="4796538"/>
            <a:ext cx="251419" cy="258214"/>
          </a:xfrm>
          <a:custGeom>
            <a:avLst/>
            <a:gdLst>
              <a:gd name="connsiteX0" fmla="*/ 125974 w 251419"/>
              <a:gd name="connsiteY0" fmla="*/ 95131 h 258214"/>
              <a:gd name="connsiteX1" fmla="*/ 156287 w 251419"/>
              <a:gd name="connsiteY1" fmla="*/ 129406 h 258214"/>
              <a:gd name="connsiteX2" fmla="*/ 156287 w 251419"/>
              <a:gd name="connsiteY2" fmla="*/ 129569 h 258214"/>
              <a:gd name="connsiteX3" fmla="*/ 125634 w 251419"/>
              <a:gd name="connsiteY3" fmla="*/ 163082 h 258214"/>
              <a:gd name="connsiteX4" fmla="*/ 125444 w 251419"/>
              <a:gd name="connsiteY4" fmla="*/ 163082 h 258214"/>
              <a:gd name="connsiteX5" fmla="*/ 95131 w 251419"/>
              <a:gd name="connsiteY5" fmla="*/ 128808 h 258214"/>
              <a:gd name="connsiteX6" fmla="*/ 125974 w 251419"/>
              <a:gd name="connsiteY6" fmla="*/ 95131 h 258214"/>
              <a:gd name="connsiteX7" fmla="*/ 125111 w 251419"/>
              <a:gd name="connsiteY7" fmla="*/ 81656 h 258214"/>
              <a:gd name="connsiteX8" fmla="*/ 75929 w 251419"/>
              <a:gd name="connsiteY8" fmla="*/ 129290 h 258214"/>
              <a:gd name="connsiteX9" fmla="*/ 125696 w 251419"/>
              <a:gd name="connsiteY9" fmla="*/ 176359 h 258214"/>
              <a:gd name="connsiteX10" fmla="*/ 174879 w 251419"/>
              <a:gd name="connsiteY10" fmla="*/ 128733 h 258214"/>
              <a:gd name="connsiteX11" fmla="*/ 125261 w 251419"/>
              <a:gd name="connsiteY11" fmla="*/ 81656 h 258214"/>
              <a:gd name="connsiteX12" fmla="*/ 125111 w 251419"/>
              <a:gd name="connsiteY12" fmla="*/ 81656 h 258214"/>
              <a:gd name="connsiteX13" fmla="*/ 177203 w 251419"/>
              <a:gd name="connsiteY13" fmla="*/ 68840 h 258214"/>
              <a:gd name="connsiteX14" fmla="*/ 166636 w 251419"/>
              <a:gd name="connsiteY14" fmla="*/ 80181 h 258214"/>
              <a:gd name="connsiteX15" fmla="*/ 177189 w 251419"/>
              <a:gd name="connsiteY15" fmla="*/ 90863 h 258214"/>
              <a:gd name="connsiteX16" fmla="*/ 187382 w 251419"/>
              <a:gd name="connsiteY16" fmla="*/ 79903 h 258214"/>
              <a:gd name="connsiteX17" fmla="*/ 177203 w 251419"/>
              <a:gd name="connsiteY17" fmla="*/ 68840 h 258214"/>
              <a:gd name="connsiteX18" fmla="*/ 83294 w 251419"/>
              <a:gd name="connsiteY18" fmla="*/ 54836 h 258214"/>
              <a:gd name="connsiteX19" fmla="*/ 168770 w 251419"/>
              <a:gd name="connsiteY19" fmla="*/ 54836 h 258214"/>
              <a:gd name="connsiteX20" fmla="*/ 202902 w 251419"/>
              <a:gd name="connsiteY20" fmla="*/ 86420 h 258214"/>
              <a:gd name="connsiteX21" fmla="*/ 203099 w 251419"/>
              <a:gd name="connsiteY21" fmla="*/ 171093 h 258214"/>
              <a:gd name="connsiteX22" fmla="*/ 202915 w 251419"/>
              <a:gd name="connsiteY22" fmla="*/ 172833 h 258214"/>
              <a:gd name="connsiteX23" fmla="*/ 171012 w 251419"/>
              <a:gd name="connsiteY23" fmla="*/ 203261 h 258214"/>
              <a:gd name="connsiteX24" fmla="*/ 161961 w 251419"/>
              <a:gd name="connsiteY24" fmla="*/ 203852 h 258214"/>
              <a:gd name="connsiteX25" fmla="*/ 89193 w 251419"/>
              <a:gd name="connsiteY25" fmla="*/ 203852 h 258214"/>
              <a:gd name="connsiteX26" fmla="*/ 77811 w 251419"/>
              <a:gd name="connsiteY26" fmla="*/ 202915 h 258214"/>
              <a:gd name="connsiteX27" fmla="*/ 47695 w 251419"/>
              <a:gd name="connsiteY27" fmla="*/ 167138 h 258214"/>
              <a:gd name="connsiteX28" fmla="*/ 47695 w 251419"/>
              <a:gd name="connsiteY28" fmla="*/ 127686 h 258214"/>
              <a:gd name="connsiteX29" fmla="*/ 47634 w 251419"/>
              <a:gd name="connsiteY29" fmla="*/ 127747 h 258214"/>
              <a:gd name="connsiteX30" fmla="*/ 47634 w 251419"/>
              <a:gd name="connsiteY30" fmla="*/ 90619 h 258214"/>
              <a:gd name="connsiteX31" fmla="*/ 83294 w 251419"/>
              <a:gd name="connsiteY31" fmla="*/ 54836 h 258214"/>
              <a:gd name="connsiteX32" fmla="*/ 87153 w 251419"/>
              <a:gd name="connsiteY32" fmla="*/ 34594 h 258214"/>
              <a:gd name="connsiteX33" fmla="*/ 33771 w 251419"/>
              <a:gd name="connsiteY33" fmla="*/ 90273 h 258214"/>
              <a:gd name="connsiteX34" fmla="*/ 33771 w 251419"/>
              <a:gd name="connsiteY34" fmla="*/ 128917 h 258214"/>
              <a:gd name="connsiteX35" fmla="*/ 33805 w 251419"/>
              <a:gd name="connsiteY35" fmla="*/ 128937 h 258214"/>
              <a:gd name="connsiteX36" fmla="*/ 33893 w 251419"/>
              <a:gd name="connsiteY36" fmla="*/ 172419 h 258214"/>
              <a:gd name="connsiteX37" fmla="*/ 81975 w 251419"/>
              <a:gd name="connsiteY37" fmla="*/ 223267 h 258214"/>
              <a:gd name="connsiteX38" fmla="*/ 169503 w 251419"/>
              <a:gd name="connsiteY38" fmla="*/ 223267 h 258214"/>
              <a:gd name="connsiteX39" fmla="*/ 213325 w 251419"/>
              <a:gd name="connsiteY39" fmla="*/ 192077 h 258214"/>
              <a:gd name="connsiteX40" fmla="*/ 218380 w 251419"/>
              <a:gd name="connsiteY40" fmla="*/ 166188 h 258214"/>
              <a:gd name="connsiteX41" fmla="*/ 217674 w 251419"/>
              <a:gd name="connsiteY41" fmla="*/ 89498 h 258214"/>
              <a:gd name="connsiteX42" fmla="*/ 164128 w 251419"/>
              <a:gd name="connsiteY42" fmla="*/ 34594 h 258214"/>
              <a:gd name="connsiteX43" fmla="*/ 87153 w 251419"/>
              <a:gd name="connsiteY43" fmla="*/ 34594 h 258214"/>
              <a:gd name="connsiteX44" fmla="*/ 125566 w 251419"/>
              <a:gd name="connsiteY44" fmla="*/ 0 h 258214"/>
              <a:gd name="connsiteX45" fmla="*/ 190480 w 251419"/>
              <a:gd name="connsiteY45" fmla="*/ 1366 h 258214"/>
              <a:gd name="connsiteX46" fmla="*/ 229850 w 251419"/>
              <a:gd name="connsiteY46" fmla="*/ 15010 h 258214"/>
              <a:gd name="connsiteX47" fmla="*/ 250086 w 251419"/>
              <a:gd name="connsiteY47" fmla="*/ 62114 h 258214"/>
              <a:gd name="connsiteX48" fmla="*/ 250086 w 251419"/>
              <a:gd name="connsiteY48" fmla="*/ 196107 h 258214"/>
              <a:gd name="connsiteX49" fmla="*/ 240444 w 251419"/>
              <a:gd name="connsiteY49" fmla="*/ 231129 h 258214"/>
              <a:gd name="connsiteX50" fmla="*/ 190051 w 251419"/>
              <a:gd name="connsiteY50" fmla="*/ 257120 h 258214"/>
              <a:gd name="connsiteX51" fmla="*/ 125593 w 251419"/>
              <a:gd name="connsiteY51" fmla="*/ 258071 h 258214"/>
              <a:gd name="connsiteX52" fmla="*/ 54571 w 251419"/>
              <a:gd name="connsiteY52" fmla="*/ 256230 h 258214"/>
              <a:gd name="connsiteX53" fmla="*/ 1344 w 251419"/>
              <a:gd name="connsiteY53" fmla="*/ 196351 h 258214"/>
              <a:gd name="connsiteX54" fmla="*/ 1344 w 251419"/>
              <a:gd name="connsiteY54" fmla="*/ 61747 h 258214"/>
              <a:gd name="connsiteX55" fmla="*/ 17490 w 251419"/>
              <a:gd name="connsiteY55" fmla="*/ 18829 h 258214"/>
              <a:gd name="connsiteX56" fmla="*/ 60666 w 251419"/>
              <a:gd name="connsiteY56" fmla="*/ 1366 h 258214"/>
              <a:gd name="connsiteX57" fmla="*/ 125566 w 251419"/>
              <a:gd name="connsiteY57" fmla="*/ 0 h 258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251419" h="258214">
                <a:moveTo>
                  <a:pt x="125974" y="95131"/>
                </a:moveTo>
                <a:cubicBezTo>
                  <a:pt x="142860" y="95294"/>
                  <a:pt x="156437" y="110638"/>
                  <a:pt x="156287" y="129406"/>
                </a:cubicBezTo>
                <a:cubicBezTo>
                  <a:pt x="156287" y="129460"/>
                  <a:pt x="156287" y="129515"/>
                  <a:pt x="156287" y="129569"/>
                </a:cubicBezTo>
                <a:cubicBezTo>
                  <a:pt x="156151" y="148228"/>
                  <a:pt x="142425" y="163232"/>
                  <a:pt x="125634" y="163082"/>
                </a:cubicBezTo>
                <a:cubicBezTo>
                  <a:pt x="125566" y="163082"/>
                  <a:pt x="125505" y="163082"/>
                  <a:pt x="125444" y="163082"/>
                </a:cubicBezTo>
                <a:cubicBezTo>
                  <a:pt x="108551" y="162912"/>
                  <a:pt x="94988" y="147576"/>
                  <a:pt x="95131" y="128808"/>
                </a:cubicBezTo>
                <a:cubicBezTo>
                  <a:pt x="95281" y="110047"/>
                  <a:pt x="109088" y="94968"/>
                  <a:pt x="125974" y="95131"/>
                </a:cubicBezTo>
                <a:close/>
                <a:moveTo>
                  <a:pt x="125111" y="81656"/>
                </a:moveTo>
                <a:cubicBezTo>
                  <a:pt x="97788" y="81812"/>
                  <a:pt x="75772" y="103135"/>
                  <a:pt x="75929" y="129290"/>
                </a:cubicBezTo>
                <a:cubicBezTo>
                  <a:pt x="76092" y="155444"/>
                  <a:pt x="98373" y="176516"/>
                  <a:pt x="125696" y="176359"/>
                </a:cubicBezTo>
                <a:cubicBezTo>
                  <a:pt x="153026" y="176210"/>
                  <a:pt x="175042" y="154880"/>
                  <a:pt x="174879" y="128733"/>
                </a:cubicBezTo>
                <a:cubicBezTo>
                  <a:pt x="174648" y="102660"/>
                  <a:pt x="152496" y="81649"/>
                  <a:pt x="125261" y="81656"/>
                </a:cubicBezTo>
                <a:cubicBezTo>
                  <a:pt x="125207" y="81656"/>
                  <a:pt x="125159" y="81656"/>
                  <a:pt x="125111" y="81656"/>
                </a:cubicBezTo>
                <a:close/>
                <a:moveTo>
                  <a:pt x="177203" y="68840"/>
                </a:moveTo>
                <a:cubicBezTo>
                  <a:pt x="171773" y="68732"/>
                  <a:pt x="166494" y="74548"/>
                  <a:pt x="166636" y="80181"/>
                </a:cubicBezTo>
                <a:cubicBezTo>
                  <a:pt x="166786" y="85808"/>
                  <a:pt x="171794" y="90945"/>
                  <a:pt x="177189" y="90863"/>
                </a:cubicBezTo>
                <a:cubicBezTo>
                  <a:pt x="182584" y="90789"/>
                  <a:pt x="187382" y="85590"/>
                  <a:pt x="187382" y="79903"/>
                </a:cubicBezTo>
                <a:cubicBezTo>
                  <a:pt x="187382" y="74270"/>
                  <a:pt x="182632" y="68949"/>
                  <a:pt x="177203" y="68840"/>
                </a:cubicBezTo>
                <a:close/>
                <a:moveTo>
                  <a:pt x="83294" y="54836"/>
                </a:moveTo>
                <a:cubicBezTo>
                  <a:pt x="111766" y="54170"/>
                  <a:pt x="140292" y="54231"/>
                  <a:pt x="168770" y="54836"/>
                </a:cubicBezTo>
                <a:cubicBezTo>
                  <a:pt x="188843" y="55257"/>
                  <a:pt x="201896" y="67094"/>
                  <a:pt x="202902" y="86420"/>
                </a:cubicBezTo>
                <a:cubicBezTo>
                  <a:pt x="204431" y="114606"/>
                  <a:pt x="203826" y="142873"/>
                  <a:pt x="203099" y="171093"/>
                </a:cubicBezTo>
                <a:cubicBezTo>
                  <a:pt x="203099" y="171684"/>
                  <a:pt x="202983" y="172255"/>
                  <a:pt x="202915" y="172833"/>
                </a:cubicBezTo>
                <a:cubicBezTo>
                  <a:pt x="200530" y="190439"/>
                  <a:pt x="189441" y="201053"/>
                  <a:pt x="171012" y="203261"/>
                </a:cubicBezTo>
                <a:cubicBezTo>
                  <a:pt x="168009" y="203635"/>
                  <a:pt x="164985" y="203832"/>
                  <a:pt x="161961" y="203852"/>
                </a:cubicBezTo>
                <a:cubicBezTo>
                  <a:pt x="137710" y="203852"/>
                  <a:pt x="113451" y="203852"/>
                  <a:pt x="89193" y="203852"/>
                </a:cubicBezTo>
                <a:cubicBezTo>
                  <a:pt x="85374" y="203873"/>
                  <a:pt x="81568" y="203560"/>
                  <a:pt x="77811" y="202915"/>
                </a:cubicBezTo>
                <a:cubicBezTo>
                  <a:pt x="58472" y="199401"/>
                  <a:pt x="48170" y="187266"/>
                  <a:pt x="47695" y="167138"/>
                </a:cubicBezTo>
                <a:cubicBezTo>
                  <a:pt x="47403" y="153997"/>
                  <a:pt x="47695" y="140835"/>
                  <a:pt x="47695" y="127686"/>
                </a:cubicBezTo>
                <a:lnTo>
                  <a:pt x="47634" y="127747"/>
                </a:lnTo>
                <a:cubicBezTo>
                  <a:pt x="47634" y="115305"/>
                  <a:pt x="47518" y="102986"/>
                  <a:pt x="47634" y="90619"/>
                </a:cubicBezTo>
                <a:cubicBezTo>
                  <a:pt x="47872" y="68718"/>
                  <a:pt x="60490" y="55461"/>
                  <a:pt x="83294" y="54836"/>
                </a:cubicBezTo>
                <a:close/>
                <a:moveTo>
                  <a:pt x="87153" y="34594"/>
                </a:moveTo>
                <a:cubicBezTo>
                  <a:pt x="54007" y="35172"/>
                  <a:pt x="34104" y="56209"/>
                  <a:pt x="33771" y="90273"/>
                </a:cubicBezTo>
                <a:cubicBezTo>
                  <a:pt x="33676" y="103157"/>
                  <a:pt x="33771" y="115972"/>
                  <a:pt x="33771" y="128917"/>
                </a:cubicBezTo>
                <a:lnTo>
                  <a:pt x="33805" y="128937"/>
                </a:lnTo>
                <a:cubicBezTo>
                  <a:pt x="33805" y="143438"/>
                  <a:pt x="33295" y="157952"/>
                  <a:pt x="33893" y="172419"/>
                </a:cubicBezTo>
                <a:cubicBezTo>
                  <a:pt x="35123" y="201706"/>
                  <a:pt x="53531" y="221772"/>
                  <a:pt x="81975" y="223267"/>
                </a:cubicBezTo>
                <a:cubicBezTo>
                  <a:pt x="111106" y="224803"/>
                  <a:pt x="140352" y="224701"/>
                  <a:pt x="169503" y="223267"/>
                </a:cubicBezTo>
                <a:cubicBezTo>
                  <a:pt x="189800" y="222241"/>
                  <a:pt x="205075" y="211776"/>
                  <a:pt x="213325" y="192077"/>
                </a:cubicBezTo>
                <a:cubicBezTo>
                  <a:pt x="216736" y="183903"/>
                  <a:pt x="218462" y="175083"/>
                  <a:pt x="218380" y="166188"/>
                </a:cubicBezTo>
                <a:cubicBezTo>
                  <a:pt x="218244" y="140638"/>
                  <a:pt x="218210" y="115068"/>
                  <a:pt x="217674" y="89498"/>
                </a:cubicBezTo>
                <a:cubicBezTo>
                  <a:pt x="217042" y="55625"/>
                  <a:pt x="197044" y="35144"/>
                  <a:pt x="164128" y="34594"/>
                </a:cubicBezTo>
                <a:cubicBezTo>
                  <a:pt x="138463" y="34125"/>
                  <a:pt x="112805" y="34125"/>
                  <a:pt x="87153" y="34594"/>
                </a:cubicBezTo>
                <a:close/>
                <a:moveTo>
                  <a:pt x="125566" y="0"/>
                </a:moveTo>
                <a:cubicBezTo>
                  <a:pt x="147201" y="0"/>
                  <a:pt x="168837" y="455"/>
                  <a:pt x="190480" y="1366"/>
                </a:cubicBezTo>
                <a:cubicBezTo>
                  <a:pt x="204763" y="1950"/>
                  <a:pt x="218414" y="5416"/>
                  <a:pt x="229850" y="15010"/>
                </a:cubicBezTo>
                <a:cubicBezTo>
                  <a:pt x="244317" y="27180"/>
                  <a:pt x="249325" y="43944"/>
                  <a:pt x="250086" y="62114"/>
                </a:cubicBezTo>
                <a:cubicBezTo>
                  <a:pt x="251928" y="106765"/>
                  <a:pt x="251799" y="151442"/>
                  <a:pt x="250086" y="196107"/>
                </a:cubicBezTo>
                <a:cubicBezTo>
                  <a:pt x="249624" y="208487"/>
                  <a:pt x="247042" y="220515"/>
                  <a:pt x="240444" y="231129"/>
                </a:cubicBezTo>
                <a:cubicBezTo>
                  <a:pt x="228743" y="249979"/>
                  <a:pt x="210525" y="255917"/>
                  <a:pt x="190051" y="257120"/>
                </a:cubicBezTo>
                <a:cubicBezTo>
                  <a:pt x="168728" y="258296"/>
                  <a:pt x="147140" y="258166"/>
                  <a:pt x="125593" y="258071"/>
                </a:cubicBezTo>
                <a:cubicBezTo>
                  <a:pt x="101899" y="257942"/>
                  <a:pt x="78116" y="259158"/>
                  <a:pt x="54571" y="256230"/>
                </a:cubicBezTo>
                <a:cubicBezTo>
                  <a:pt x="20683" y="252017"/>
                  <a:pt x="2744" y="231550"/>
                  <a:pt x="1344" y="196351"/>
                </a:cubicBezTo>
                <a:cubicBezTo>
                  <a:pt x="-449" y="151470"/>
                  <a:pt x="-449" y="106602"/>
                  <a:pt x="1344" y="61747"/>
                </a:cubicBezTo>
                <a:cubicBezTo>
                  <a:pt x="2004" y="45792"/>
                  <a:pt x="6067" y="30755"/>
                  <a:pt x="17490" y="18829"/>
                </a:cubicBezTo>
                <a:cubicBezTo>
                  <a:pt x="29327" y="6387"/>
                  <a:pt x="44514" y="2066"/>
                  <a:pt x="60666" y="1366"/>
                </a:cubicBezTo>
                <a:cubicBezTo>
                  <a:pt x="82301" y="455"/>
                  <a:pt x="103930" y="0"/>
                  <a:pt x="125566" y="0"/>
                </a:cubicBezTo>
                <a:close/>
              </a:path>
            </a:pathLst>
          </a:custGeom>
          <a:solidFill>
            <a:schemeClr val="bg1"/>
          </a:solidFill>
        </p:spPr>
        <p:txBody>
          <a:bodyPr wrap="square">
            <a:noAutofit/>
          </a:bodyPr>
          <a:lstStyle>
            <a:lvl1pPr>
              <a:defRPr/>
            </a:lvl1pPr>
          </a:lstStyle>
          <a:p>
            <a:pPr lvl="0"/>
            <a:r>
              <a:rPr lang="en-US" dirty="0"/>
              <a:t> </a:t>
            </a:r>
            <a:endParaRPr lang="en-AU" dirty="0"/>
          </a:p>
        </p:txBody>
      </p:sp>
      <p:sp>
        <p:nvSpPr>
          <p:cNvPr id="15" name="Text Placeholder 69">
            <a:extLst>
              <a:ext uri="{FF2B5EF4-FFF2-40B4-BE49-F238E27FC236}">
                <a16:creationId xmlns:a16="http://schemas.microsoft.com/office/drawing/2014/main" id="{88FC080D-639E-CDD8-39F3-0E362B230E96}"/>
              </a:ext>
            </a:extLst>
          </p:cNvPr>
          <p:cNvSpPr>
            <a:spLocks noGrp="1"/>
          </p:cNvSpPr>
          <p:nvPr>
            <p:ph type="body" sz="quarter" idx="22" hasCustomPrompt="1"/>
          </p:nvPr>
        </p:nvSpPr>
        <p:spPr>
          <a:xfrm>
            <a:off x="2833857" y="4796544"/>
            <a:ext cx="258194" cy="258201"/>
          </a:xfrm>
          <a:custGeom>
            <a:avLst/>
            <a:gdLst>
              <a:gd name="connsiteX0" fmla="*/ 45887 w 258194"/>
              <a:gd name="connsiteY0" fmla="*/ 94832 h 258201"/>
              <a:gd name="connsiteX1" fmla="*/ 37312 w 258194"/>
              <a:gd name="connsiteY1" fmla="*/ 103408 h 258201"/>
              <a:gd name="connsiteX2" fmla="*/ 37312 w 258194"/>
              <a:gd name="connsiteY2" fmla="*/ 221344 h 258201"/>
              <a:gd name="connsiteX3" fmla="*/ 45745 w 258194"/>
              <a:gd name="connsiteY3" fmla="*/ 229777 h 258201"/>
              <a:gd name="connsiteX4" fmla="*/ 70968 w 258194"/>
              <a:gd name="connsiteY4" fmla="*/ 229777 h 258201"/>
              <a:gd name="connsiteX5" fmla="*/ 79863 w 258194"/>
              <a:gd name="connsiteY5" fmla="*/ 220834 h 258201"/>
              <a:gd name="connsiteX6" fmla="*/ 79876 w 258194"/>
              <a:gd name="connsiteY6" fmla="*/ 162363 h 258201"/>
              <a:gd name="connsiteX7" fmla="*/ 79876 w 258194"/>
              <a:gd name="connsiteY7" fmla="*/ 103136 h 258201"/>
              <a:gd name="connsiteX8" fmla="*/ 71614 w 258194"/>
              <a:gd name="connsiteY8" fmla="*/ 94832 h 258201"/>
              <a:gd name="connsiteX9" fmla="*/ 45887 w 258194"/>
              <a:gd name="connsiteY9" fmla="*/ 94832 h 258201"/>
              <a:gd name="connsiteX10" fmla="*/ 171617 w 258194"/>
              <a:gd name="connsiteY10" fmla="*/ 93535 h 258201"/>
              <a:gd name="connsiteX11" fmla="*/ 152374 w 258194"/>
              <a:gd name="connsiteY11" fmla="*/ 100466 h 258201"/>
              <a:gd name="connsiteX12" fmla="*/ 141630 w 258194"/>
              <a:gd name="connsiteY12" fmla="*/ 110556 h 258201"/>
              <a:gd name="connsiteX13" fmla="*/ 141630 w 258194"/>
              <a:gd name="connsiteY13" fmla="*/ 102287 h 258201"/>
              <a:gd name="connsiteX14" fmla="*/ 134156 w 258194"/>
              <a:gd name="connsiteY14" fmla="*/ 94832 h 258201"/>
              <a:gd name="connsiteX15" fmla="*/ 106921 w 258194"/>
              <a:gd name="connsiteY15" fmla="*/ 94832 h 258201"/>
              <a:gd name="connsiteX16" fmla="*/ 99025 w 258194"/>
              <a:gd name="connsiteY16" fmla="*/ 102627 h 258201"/>
              <a:gd name="connsiteX17" fmla="*/ 99025 w 258194"/>
              <a:gd name="connsiteY17" fmla="*/ 221888 h 258201"/>
              <a:gd name="connsiteX18" fmla="*/ 106833 w 258194"/>
              <a:gd name="connsiteY18" fmla="*/ 229770 h 258201"/>
              <a:gd name="connsiteX19" fmla="*/ 133306 w 258194"/>
              <a:gd name="connsiteY19" fmla="*/ 229770 h 258201"/>
              <a:gd name="connsiteX20" fmla="*/ 141630 w 258194"/>
              <a:gd name="connsiteY20" fmla="*/ 221391 h 258201"/>
              <a:gd name="connsiteX21" fmla="*/ 141671 w 258194"/>
              <a:gd name="connsiteY21" fmla="*/ 159617 h 258201"/>
              <a:gd name="connsiteX22" fmla="*/ 149085 w 258194"/>
              <a:gd name="connsiteY22" fmla="*/ 136786 h 258201"/>
              <a:gd name="connsiteX23" fmla="*/ 184902 w 258194"/>
              <a:gd name="connsiteY23" fmla="*/ 142412 h 258201"/>
              <a:gd name="connsiteX24" fmla="*/ 187579 w 258194"/>
              <a:gd name="connsiteY24" fmla="*/ 158985 h 258201"/>
              <a:gd name="connsiteX25" fmla="*/ 187579 w 258194"/>
              <a:gd name="connsiteY25" fmla="*/ 222268 h 258201"/>
              <a:gd name="connsiteX26" fmla="*/ 194952 w 258194"/>
              <a:gd name="connsiteY26" fmla="*/ 229750 h 258201"/>
              <a:gd name="connsiteX27" fmla="*/ 223702 w 258194"/>
              <a:gd name="connsiteY27" fmla="*/ 229750 h 258201"/>
              <a:gd name="connsiteX28" fmla="*/ 231074 w 258194"/>
              <a:gd name="connsiteY28" fmla="*/ 222282 h 258201"/>
              <a:gd name="connsiteX29" fmla="*/ 230966 w 258194"/>
              <a:gd name="connsiteY29" fmla="*/ 154956 h 258201"/>
              <a:gd name="connsiteX30" fmla="*/ 225414 w 258194"/>
              <a:gd name="connsiteY30" fmla="*/ 120321 h 258201"/>
              <a:gd name="connsiteX31" fmla="*/ 198594 w 258194"/>
              <a:gd name="connsiteY31" fmla="*/ 95050 h 258201"/>
              <a:gd name="connsiteX32" fmla="*/ 171617 w 258194"/>
              <a:gd name="connsiteY32" fmla="*/ 93535 h 258201"/>
              <a:gd name="connsiteX33" fmla="*/ 58560 w 258194"/>
              <a:gd name="connsiteY33" fmla="*/ 28465 h 258201"/>
              <a:gd name="connsiteX34" fmla="*/ 31203 w 258194"/>
              <a:gd name="connsiteY34" fmla="*/ 56005 h 258201"/>
              <a:gd name="connsiteX35" fmla="*/ 31203 w 258194"/>
              <a:gd name="connsiteY35" fmla="*/ 56128 h 258201"/>
              <a:gd name="connsiteX36" fmla="*/ 58744 w 258194"/>
              <a:gd name="connsiteY36" fmla="*/ 83369 h 258201"/>
              <a:gd name="connsiteX37" fmla="*/ 86101 w 258194"/>
              <a:gd name="connsiteY37" fmla="*/ 55829 h 258201"/>
              <a:gd name="connsiteX38" fmla="*/ 58560 w 258194"/>
              <a:gd name="connsiteY38" fmla="*/ 28465 h 258201"/>
              <a:gd name="connsiteX39" fmla="*/ 18150 w 258194"/>
              <a:gd name="connsiteY39" fmla="*/ 0 h 258201"/>
              <a:gd name="connsiteX40" fmla="*/ 240044 w 258194"/>
              <a:gd name="connsiteY40" fmla="*/ 0 h 258201"/>
              <a:gd name="connsiteX41" fmla="*/ 241369 w 258194"/>
              <a:gd name="connsiteY41" fmla="*/ 1006 h 258201"/>
              <a:gd name="connsiteX42" fmla="*/ 257188 w 258194"/>
              <a:gd name="connsiteY42" fmla="*/ 16825 h 258201"/>
              <a:gd name="connsiteX43" fmla="*/ 258194 w 258194"/>
              <a:gd name="connsiteY43" fmla="*/ 18150 h 258201"/>
              <a:gd name="connsiteX44" fmla="*/ 258194 w 258194"/>
              <a:gd name="connsiteY44" fmla="*/ 240044 h 258201"/>
              <a:gd name="connsiteX45" fmla="*/ 257188 w 258194"/>
              <a:gd name="connsiteY45" fmla="*/ 241376 h 258201"/>
              <a:gd name="connsiteX46" fmla="*/ 241369 w 258194"/>
              <a:gd name="connsiteY46" fmla="*/ 257188 h 258201"/>
              <a:gd name="connsiteX47" fmla="*/ 240044 w 258194"/>
              <a:gd name="connsiteY47" fmla="*/ 258201 h 258201"/>
              <a:gd name="connsiteX48" fmla="*/ 18157 w 258194"/>
              <a:gd name="connsiteY48" fmla="*/ 258201 h 258201"/>
              <a:gd name="connsiteX49" fmla="*/ 16831 w 258194"/>
              <a:gd name="connsiteY49" fmla="*/ 257188 h 258201"/>
              <a:gd name="connsiteX50" fmla="*/ 1012 w 258194"/>
              <a:gd name="connsiteY50" fmla="*/ 241376 h 258201"/>
              <a:gd name="connsiteX51" fmla="*/ 0 w 258194"/>
              <a:gd name="connsiteY51" fmla="*/ 240044 h 258201"/>
              <a:gd name="connsiteX52" fmla="*/ 0 w 258194"/>
              <a:gd name="connsiteY52" fmla="*/ 18150 h 258201"/>
              <a:gd name="connsiteX53" fmla="*/ 1006 w 258194"/>
              <a:gd name="connsiteY53" fmla="*/ 16825 h 258201"/>
              <a:gd name="connsiteX54" fmla="*/ 16825 w 258194"/>
              <a:gd name="connsiteY54" fmla="*/ 1006 h 258201"/>
              <a:gd name="connsiteX55" fmla="*/ 18150 w 258194"/>
              <a:gd name="connsiteY55" fmla="*/ 0 h 258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258194" h="258201">
                <a:moveTo>
                  <a:pt x="45887" y="94832"/>
                </a:moveTo>
                <a:cubicBezTo>
                  <a:pt x="39840" y="94832"/>
                  <a:pt x="37312" y="97320"/>
                  <a:pt x="37312" y="103408"/>
                </a:cubicBezTo>
                <a:cubicBezTo>
                  <a:pt x="37312" y="142718"/>
                  <a:pt x="37312" y="182027"/>
                  <a:pt x="37312" y="221344"/>
                </a:cubicBezTo>
                <a:cubicBezTo>
                  <a:pt x="37312" y="227269"/>
                  <a:pt x="39799" y="229763"/>
                  <a:pt x="45745" y="229777"/>
                </a:cubicBezTo>
                <a:cubicBezTo>
                  <a:pt x="54150" y="229797"/>
                  <a:pt x="62556" y="229797"/>
                  <a:pt x="70968" y="229777"/>
                </a:cubicBezTo>
                <a:cubicBezTo>
                  <a:pt x="77627" y="229777"/>
                  <a:pt x="79863" y="227527"/>
                  <a:pt x="79863" y="220834"/>
                </a:cubicBezTo>
                <a:cubicBezTo>
                  <a:pt x="79876" y="201346"/>
                  <a:pt x="79883" y="181851"/>
                  <a:pt x="79876" y="162363"/>
                </a:cubicBezTo>
                <a:cubicBezTo>
                  <a:pt x="79876" y="142623"/>
                  <a:pt x="79876" y="122883"/>
                  <a:pt x="79876" y="103136"/>
                </a:cubicBezTo>
                <a:cubicBezTo>
                  <a:pt x="79876" y="97333"/>
                  <a:pt x="77356" y="94840"/>
                  <a:pt x="71614" y="94832"/>
                </a:cubicBezTo>
                <a:cubicBezTo>
                  <a:pt x="63045" y="94832"/>
                  <a:pt x="54470" y="94832"/>
                  <a:pt x="45887" y="94832"/>
                </a:cubicBezTo>
                <a:close/>
                <a:moveTo>
                  <a:pt x="171617" y="93535"/>
                </a:moveTo>
                <a:cubicBezTo>
                  <a:pt x="164686" y="94432"/>
                  <a:pt x="158197" y="96511"/>
                  <a:pt x="152374" y="100466"/>
                </a:cubicBezTo>
                <a:cubicBezTo>
                  <a:pt x="148317" y="103231"/>
                  <a:pt x="145076" y="106826"/>
                  <a:pt x="141630" y="110556"/>
                </a:cubicBezTo>
                <a:cubicBezTo>
                  <a:pt x="141630" y="107798"/>
                  <a:pt x="141630" y="105046"/>
                  <a:pt x="141630" y="102287"/>
                </a:cubicBezTo>
                <a:cubicBezTo>
                  <a:pt x="141583" y="97394"/>
                  <a:pt x="139055" y="94846"/>
                  <a:pt x="134156" y="94832"/>
                </a:cubicBezTo>
                <a:cubicBezTo>
                  <a:pt x="125078" y="94812"/>
                  <a:pt x="115999" y="94812"/>
                  <a:pt x="106921" y="94832"/>
                </a:cubicBezTo>
                <a:cubicBezTo>
                  <a:pt x="101512" y="94832"/>
                  <a:pt x="99025" y="97265"/>
                  <a:pt x="99025" y="102627"/>
                </a:cubicBezTo>
                <a:cubicBezTo>
                  <a:pt x="99025" y="142378"/>
                  <a:pt x="99025" y="182129"/>
                  <a:pt x="99025" y="221888"/>
                </a:cubicBezTo>
                <a:cubicBezTo>
                  <a:pt x="99025" y="227330"/>
                  <a:pt x="101431" y="229750"/>
                  <a:pt x="106833" y="229770"/>
                </a:cubicBezTo>
                <a:cubicBezTo>
                  <a:pt x="115659" y="229790"/>
                  <a:pt x="124480" y="229790"/>
                  <a:pt x="133306" y="229770"/>
                </a:cubicBezTo>
                <a:cubicBezTo>
                  <a:pt x="139402" y="229770"/>
                  <a:pt x="141624" y="227514"/>
                  <a:pt x="141630" y="221391"/>
                </a:cubicBezTo>
                <a:cubicBezTo>
                  <a:pt x="141630" y="200802"/>
                  <a:pt x="141549" y="180206"/>
                  <a:pt x="141671" y="159617"/>
                </a:cubicBezTo>
                <a:cubicBezTo>
                  <a:pt x="141719" y="151286"/>
                  <a:pt x="143981" y="143567"/>
                  <a:pt x="149085" y="136786"/>
                </a:cubicBezTo>
                <a:cubicBezTo>
                  <a:pt x="156919" y="126376"/>
                  <a:pt x="178983" y="125900"/>
                  <a:pt x="184902" y="142412"/>
                </a:cubicBezTo>
                <a:cubicBezTo>
                  <a:pt x="186743" y="147739"/>
                  <a:pt x="187647" y="153345"/>
                  <a:pt x="187579" y="158985"/>
                </a:cubicBezTo>
                <a:cubicBezTo>
                  <a:pt x="187633" y="180077"/>
                  <a:pt x="187579" y="201176"/>
                  <a:pt x="187579" y="222268"/>
                </a:cubicBezTo>
                <a:cubicBezTo>
                  <a:pt x="187579" y="227242"/>
                  <a:pt x="189984" y="229729"/>
                  <a:pt x="194952" y="229750"/>
                </a:cubicBezTo>
                <a:cubicBezTo>
                  <a:pt x="204533" y="229797"/>
                  <a:pt x="214114" y="229797"/>
                  <a:pt x="223702" y="229750"/>
                </a:cubicBezTo>
                <a:cubicBezTo>
                  <a:pt x="228676" y="229750"/>
                  <a:pt x="231074" y="227276"/>
                  <a:pt x="231074" y="222282"/>
                </a:cubicBezTo>
                <a:cubicBezTo>
                  <a:pt x="231074" y="199837"/>
                  <a:pt x="231156" y="177387"/>
                  <a:pt x="230966" y="154956"/>
                </a:cubicBezTo>
                <a:cubicBezTo>
                  <a:pt x="230864" y="143166"/>
                  <a:pt x="229811" y="131452"/>
                  <a:pt x="225414" y="120321"/>
                </a:cubicBezTo>
                <a:cubicBezTo>
                  <a:pt x="220433" y="107709"/>
                  <a:pt x="211878" y="98842"/>
                  <a:pt x="198594" y="95050"/>
                </a:cubicBezTo>
                <a:cubicBezTo>
                  <a:pt x="189726" y="92522"/>
                  <a:pt x="180702" y="92359"/>
                  <a:pt x="171617" y="93535"/>
                </a:cubicBezTo>
                <a:close/>
                <a:moveTo>
                  <a:pt x="58560" y="28465"/>
                </a:moveTo>
                <a:cubicBezTo>
                  <a:pt x="43400" y="28513"/>
                  <a:pt x="31149" y="40846"/>
                  <a:pt x="31203" y="56005"/>
                </a:cubicBezTo>
                <a:cubicBezTo>
                  <a:pt x="31203" y="56046"/>
                  <a:pt x="31203" y="56087"/>
                  <a:pt x="31203" y="56128"/>
                </a:cubicBezTo>
                <a:cubicBezTo>
                  <a:pt x="31332" y="71233"/>
                  <a:pt x="43638" y="83403"/>
                  <a:pt x="58744" y="83369"/>
                </a:cubicBezTo>
                <a:cubicBezTo>
                  <a:pt x="73904" y="83322"/>
                  <a:pt x="86155" y="70989"/>
                  <a:pt x="86101" y="55829"/>
                </a:cubicBezTo>
                <a:cubicBezTo>
                  <a:pt x="86053" y="40662"/>
                  <a:pt x="73720" y="28417"/>
                  <a:pt x="58560" y="28465"/>
                </a:cubicBezTo>
                <a:close/>
                <a:moveTo>
                  <a:pt x="18150" y="0"/>
                </a:moveTo>
                <a:lnTo>
                  <a:pt x="240044" y="0"/>
                </a:lnTo>
                <a:cubicBezTo>
                  <a:pt x="239996" y="965"/>
                  <a:pt x="240839" y="843"/>
                  <a:pt x="241369" y="1006"/>
                </a:cubicBezTo>
                <a:cubicBezTo>
                  <a:pt x="249387" y="3540"/>
                  <a:pt x="254653" y="8813"/>
                  <a:pt x="257188" y="16825"/>
                </a:cubicBezTo>
                <a:cubicBezTo>
                  <a:pt x="257358" y="17355"/>
                  <a:pt x="257229" y="18198"/>
                  <a:pt x="258194" y="18150"/>
                </a:cubicBezTo>
                <a:lnTo>
                  <a:pt x="258194" y="240044"/>
                </a:lnTo>
                <a:cubicBezTo>
                  <a:pt x="257222" y="240003"/>
                  <a:pt x="257351" y="240846"/>
                  <a:pt x="257188" y="241376"/>
                </a:cubicBezTo>
                <a:cubicBezTo>
                  <a:pt x="254647" y="249394"/>
                  <a:pt x="249380" y="254661"/>
                  <a:pt x="241369" y="257188"/>
                </a:cubicBezTo>
                <a:cubicBezTo>
                  <a:pt x="240866" y="257358"/>
                  <a:pt x="239996" y="257236"/>
                  <a:pt x="240044" y="258201"/>
                </a:cubicBezTo>
                <a:lnTo>
                  <a:pt x="18157" y="258201"/>
                </a:lnTo>
                <a:cubicBezTo>
                  <a:pt x="18197" y="257229"/>
                  <a:pt x="17361" y="257358"/>
                  <a:pt x="16831" y="257188"/>
                </a:cubicBezTo>
                <a:cubicBezTo>
                  <a:pt x="8813" y="254653"/>
                  <a:pt x="3540" y="249380"/>
                  <a:pt x="1012" y="241376"/>
                </a:cubicBezTo>
                <a:cubicBezTo>
                  <a:pt x="843" y="240860"/>
                  <a:pt x="972" y="240003"/>
                  <a:pt x="0" y="240044"/>
                </a:cubicBezTo>
                <a:lnTo>
                  <a:pt x="0" y="18150"/>
                </a:lnTo>
                <a:cubicBezTo>
                  <a:pt x="972" y="18198"/>
                  <a:pt x="843" y="17355"/>
                  <a:pt x="1006" y="16825"/>
                </a:cubicBezTo>
                <a:cubicBezTo>
                  <a:pt x="3547" y="8807"/>
                  <a:pt x="8813" y="3534"/>
                  <a:pt x="16825" y="1006"/>
                </a:cubicBezTo>
                <a:cubicBezTo>
                  <a:pt x="17355" y="836"/>
                  <a:pt x="18197" y="965"/>
                  <a:pt x="18150" y="0"/>
                </a:cubicBezTo>
                <a:close/>
              </a:path>
            </a:pathLst>
          </a:custGeom>
          <a:solidFill>
            <a:schemeClr val="bg1"/>
          </a:solidFill>
        </p:spPr>
        <p:txBody>
          <a:bodyPr wrap="square">
            <a:noAutofit/>
          </a:bodyPr>
          <a:lstStyle>
            <a:lvl1pPr>
              <a:defRPr/>
            </a:lvl1pPr>
          </a:lstStyle>
          <a:p>
            <a:pPr lvl="0"/>
            <a:r>
              <a:rPr lang="en-US" dirty="0"/>
              <a:t> </a:t>
            </a:r>
            <a:endParaRPr lang="en-AU" dirty="0"/>
          </a:p>
        </p:txBody>
      </p:sp>
      <p:sp>
        <p:nvSpPr>
          <p:cNvPr id="16" name="Text Placeholder 71">
            <a:extLst>
              <a:ext uri="{FF2B5EF4-FFF2-40B4-BE49-F238E27FC236}">
                <a16:creationId xmlns:a16="http://schemas.microsoft.com/office/drawing/2014/main" id="{A10F09E5-D8E6-5116-664C-A35378B0AEF8}"/>
              </a:ext>
            </a:extLst>
          </p:cNvPr>
          <p:cNvSpPr>
            <a:spLocks noGrp="1"/>
          </p:cNvSpPr>
          <p:nvPr>
            <p:ph type="body" sz="quarter" idx="23" hasCustomPrompt="1"/>
          </p:nvPr>
        </p:nvSpPr>
        <p:spPr>
          <a:xfrm>
            <a:off x="3367797" y="4826348"/>
            <a:ext cx="295956" cy="207384"/>
          </a:xfrm>
          <a:custGeom>
            <a:avLst/>
            <a:gdLst>
              <a:gd name="connsiteX0" fmla="*/ 118814 w 295956"/>
              <a:gd name="connsiteY0" fmla="*/ 60487 h 207384"/>
              <a:gd name="connsiteX1" fmla="*/ 118814 w 295956"/>
              <a:gd name="connsiteY1" fmla="*/ 147977 h 207384"/>
              <a:gd name="connsiteX2" fmla="*/ 195503 w 295956"/>
              <a:gd name="connsiteY2" fmla="*/ 104772 h 207384"/>
              <a:gd name="connsiteX3" fmla="*/ 147978 w 295956"/>
              <a:gd name="connsiteY3" fmla="*/ 0 h 207384"/>
              <a:gd name="connsiteX4" fmla="*/ 263551 w 295956"/>
              <a:gd name="connsiteY4" fmla="*/ 6480 h 207384"/>
              <a:gd name="connsiteX5" fmla="*/ 289475 w 295956"/>
              <a:gd name="connsiteY5" fmla="*/ 32403 h 207384"/>
              <a:gd name="connsiteX6" fmla="*/ 295956 w 295956"/>
              <a:gd name="connsiteY6" fmla="*/ 103692 h 207384"/>
              <a:gd name="connsiteX7" fmla="*/ 289475 w 295956"/>
              <a:gd name="connsiteY7" fmla="*/ 174980 h 207384"/>
              <a:gd name="connsiteX8" fmla="*/ 263551 w 295956"/>
              <a:gd name="connsiteY8" fmla="*/ 200903 h 207384"/>
              <a:gd name="connsiteX9" fmla="*/ 147978 w 295956"/>
              <a:gd name="connsiteY9" fmla="*/ 207384 h 207384"/>
              <a:gd name="connsiteX10" fmla="*/ 32404 w 295956"/>
              <a:gd name="connsiteY10" fmla="*/ 200903 h 207384"/>
              <a:gd name="connsiteX11" fmla="*/ 6480 w 295956"/>
              <a:gd name="connsiteY11" fmla="*/ 174980 h 207384"/>
              <a:gd name="connsiteX12" fmla="*/ 0 w 295956"/>
              <a:gd name="connsiteY12" fmla="*/ 103692 h 207384"/>
              <a:gd name="connsiteX13" fmla="*/ 6480 w 295956"/>
              <a:gd name="connsiteY13" fmla="*/ 32403 h 207384"/>
              <a:gd name="connsiteX14" fmla="*/ 32404 w 295956"/>
              <a:gd name="connsiteY14" fmla="*/ 6480 h 207384"/>
              <a:gd name="connsiteX15" fmla="*/ 147978 w 295956"/>
              <a:gd name="connsiteY15" fmla="*/ 0 h 207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95956" h="207384">
                <a:moveTo>
                  <a:pt x="118814" y="60487"/>
                </a:moveTo>
                <a:lnTo>
                  <a:pt x="118814" y="147977"/>
                </a:lnTo>
                <a:lnTo>
                  <a:pt x="195503" y="104772"/>
                </a:lnTo>
                <a:close/>
                <a:moveTo>
                  <a:pt x="147978" y="0"/>
                </a:moveTo>
                <a:cubicBezTo>
                  <a:pt x="147978" y="0"/>
                  <a:pt x="240868" y="0"/>
                  <a:pt x="263551" y="6480"/>
                </a:cubicBezTo>
                <a:cubicBezTo>
                  <a:pt x="276512" y="9721"/>
                  <a:pt x="286234" y="19442"/>
                  <a:pt x="289475" y="32403"/>
                </a:cubicBezTo>
                <a:cubicBezTo>
                  <a:pt x="295956" y="55086"/>
                  <a:pt x="295956" y="103692"/>
                  <a:pt x="295956" y="103692"/>
                </a:cubicBezTo>
                <a:cubicBezTo>
                  <a:pt x="295956" y="103692"/>
                  <a:pt x="295956" y="152297"/>
                  <a:pt x="289475" y="174980"/>
                </a:cubicBezTo>
                <a:cubicBezTo>
                  <a:pt x="286234" y="187941"/>
                  <a:pt x="276512" y="197662"/>
                  <a:pt x="263551" y="200903"/>
                </a:cubicBezTo>
                <a:cubicBezTo>
                  <a:pt x="239789" y="207384"/>
                  <a:pt x="147978" y="207384"/>
                  <a:pt x="147978" y="207384"/>
                </a:cubicBezTo>
                <a:cubicBezTo>
                  <a:pt x="147978" y="207384"/>
                  <a:pt x="55086" y="207384"/>
                  <a:pt x="32404" y="200903"/>
                </a:cubicBezTo>
                <a:cubicBezTo>
                  <a:pt x="19442" y="197662"/>
                  <a:pt x="9721" y="187941"/>
                  <a:pt x="6480" y="174980"/>
                </a:cubicBezTo>
                <a:cubicBezTo>
                  <a:pt x="0" y="152297"/>
                  <a:pt x="0" y="103692"/>
                  <a:pt x="0" y="103692"/>
                </a:cubicBezTo>
                <a:cubicBezTo>
                  <a:pt x="0" y="103692"/>
                  <a:pt x="0" y="55086"/>
                  <a:pt x="6480" y="32403"/>
                </a:cubicBezTo>
                <a:cubicBezTo>
                  <a:pt x="9721" y="19442"/>
                  <a:pt x="19442" y="9721"/>
                  <a:pt x="32404" y="6480"/>
                </a:cubicBezTo>
                <a:cubicBezTo>
                  <a:pt x="56166" y="0"/>
                  <a:pt x="147978" y="0"/>
                  <a:pt x="147978" y="0"/>
                </a:cubicBezTo>
                <a:close/>
              </a:path>
            </a:pathLst>
          </a:custGeom>
          <a:solidFill>
            <a:schemeClr val="bg1"/>
          </a:solidFill>
        </p:spPr>
        <p:txBody>
          <a:bodyPr wrap="square">
            <a:noAutofit/>
          </a:bodyPr>
          <a:lstStyle>
            <a:lvl1pPr>
              <a:defRPr/>
            </a:lvl1pPr>
          </a:lstStyle>
          <a:p>
            <a:pPr lvl="0"/>
            <a:r>
              <a:rPr lang="en-US" dirty="0"/>
              <a:t> </a:t>
            </a:r>
            <a:endParaRPr lang="en-AU" dirty="0"/>
          </a:p>
        </p:txBody>
      </p:sp>
      <p:pic>
        <p:nvPicPr>
          <p:cNvPr id="2" name="Picture 1" descr="A white text on a black background&#10;&#10;Description automatically generated">
            <a:extLst>
              <a:ext uri="{FF2B5EF4-FFF2-40B4-BE49-F238E27FC236}">
                <a16:creationId xmlns:a16="http://schemas.microsoft.com/office/drawing/2014/main" id="{6942A344-6F98-D9F6-9AB0-977B073AE1D6}"/>
              </a:ext>
            </a:extLst>
          </p:cNvPr>
          <p:cNvPicPr>
            <a:picLocks noChangeAspect="1"/>
          </p:cNvPicPr>
          <p:nvPr userDrawn="1"/>
        </p:nvPicPr>
        <p:blipFill>
          <a:blip r:embed="rId2"/>
          <a:stretch>
            <a:fillRect/>
          </a:stretch>
        </p:blipFill>
        <p:spPr>
          <a:xfrm>
            <a:off x="9799983" y="393370"/>
            <a:ext cx="1968406" cy="634151"/>
          </a:xfrm>
          <a:prstGeom prst="rect">
            <a:avLst/>
          </a:prstGeom>
        </p:spPr>
      </p:pic>
    </p:spTree>
    <p:extLst>
      <p:ext uri="{BB962C8B-B14F-4D97-AF65-F5344CB8AC3E}">
        <p14:creationId xmlns:p14="http://schemas.microsoft.com/office/powerpoint/2010/main" val="347474178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Back Cover_White+UQ">
    <p:spTree>
      <p:nvGrpSpPr>
        <p:cNvPr id="1" name=""/>
        <p:cNvGrpSpPr/>
        <p:nvPr/>
      </p:nvGrpSpPr>
      <p:grpSpPr>
        <a:xfrm>
          <a:off x="0" y="0"/>
          <a:ext cx="0" cy="0"/>
          <a:chOff x="0" y="0"/>
          <a:chExt cx="0" cy="0"/>
        </a:xfrm>
      </p:grpSpPr>
      <p:sp>
        <p:nvSpPr>
          <p:cNvPr id="7" name="Text Placeholder 6"/>
          <p:cNvSpPr>
            <a:spLocks noGrp="1"/>
          </p:cNvSpPr>
          <p:nvPr>
            <p:ph type="body" sz="quarter" idx="10" hasCustomPrompt="1"/>
          </p:nvPr>
        </p:nvSpPr>
        <p:spPr bwMode="white">
          <a:xfrm>
            <a:off x="1127448" y="3266052"/>
            <a:ext cx="3254263" cy="276999"/>
          </a:xfrm>
          <a:prstGeom prst="rect">
            <a:avLst/>
          </a:prstGeom>
        </p:spPr>
        <p:txBody>
          <a:bodyPr vert="horz" lIns="0" tIns="0" rIns="0" bIns="0" rtlCol="0" anchor="t">
            <a:spAutoFit/>
          </a:bodyPr>
          <a:lstStyle>
            <a:lvl1pPr>
              <a:defRPr lang="en-US" sz="1800" b="0" spc="0" baseline="0" dirty="0">
                <a:solidFill>
                  <a:schemeClr val="accent1"/>
                </a:solidFill>
                <a:latin typeface="+mn-lt"/>
                <a:ea typeface="+mj-ea"/>
                <a:cs typeface="+mj-cs"/>
              </a:defRPr>
            </a:lvl1pPr>
          </a:lstStyle>
          <a:p>
            <a:pPr lvl="0">
              <a:lnSpc>
                <a:spcPct val="100000"/>
              </a:lnSpc>
              <a:spcBef>
                <a:spcPct val="0"/>
              </a:spcBef>
            </a:pPr>
            <a:r>
              <a:rPr lang="en-US" dirty="0"/>
              <a:t>Name surname</a:t>
            </a:r>
          </a:p>
        </p:txBody>
      </p:sp>
      <p:sp>
        <p:nvSpPr>
          <p:cNvPr id="27" name="Title 1">
            <a:extLst>
              <a:ext uri="{FF2B5EF4-FFF2-40B4-BE49-F238E27FC236}">
                <a16:creationId xmlns:a16="http://schemas.microsoft.com/office/drawing/2014/main" id="{257E80FD-A9E1-4484-8211-7013D6A25582}"/>
              </a:ext>
            </a:extLst>
          </p:cNvPr>
          <p:cNvSpPr>
            <a:spLocks noGrp="1"/>
          </p:cNvSpPr>
          <p:nvPr>
            <p:ph type="title" hasCustomPrompt="1"/>
          </p:nvPr>
        </p:nvSpPr>
        <p:spPr bwMode="white">
          <a:xfrm>
            <a:off x="1127448" y="2420888"/>
            <a:ext cx="3192289" cy="720081"/>
          </a:xfrm>
        </p:spPr>
        <p:txBody>
          <a:bodyPr vert="horz" lIns="0" tIns="0" rIns="0" bIns="0" rtlCol="0" anchor="t" anchorCtr="0">
            <a:normAutofit/>
          </a:bodyPr>
          <a:lstStyle>
            <a:lvl1pPr>
              <a:defRPr lang="en-AU" sz="3600" spc="0" baseline="0" dirty="0">
                <a:solidFill>
                  <a:schemeClr val="accent1"/>
                </a:solidFill>
                <a:latin typeface="+mn-lt"/>
              </a:defRPr>
            </a:lvl1pPr>
          </a:lstStyle>
          <a:p>
            <a:pPr marL="0" lvl="0"/>
            <a:r>
              <a:rPr lang="en-US" dirty="0"/>
              <a:t>Contact</a:t>
            </a:r>
            <a:endParaRPr lang="en-AU" dirty="0"/>
          </a:p>
        </p:txBody>
      </p:sp>
      <p:sp>
        <p:nvSpPr>
          <p:cNvPr id="29" name="Text Placeholder 6">
            <a:extLst>
              <a:ext uri="{FF2B5EF4-FFF2-40B4-BE49-F238E27FC236}">
                <a16:creationId xmlns:a16="http://schemas.microsoft.com/office/drawing/2014/main" id="{5455254C-E52B-428E-99C5-B07B839CF2CF}"/>
              </a:ext>
            </a:extLst>
          </p:cNvPr>
          <p:cNvSpPr>
            <a:spLocks noGrp="1"/>
          </p:cNvSpPr>
          <p:nvPr>
            <p:ph type="body" sz="quarter" idx="16" hasCustomPrompt="1"/>
          </p:nvPr>
        </p:nvSpPr>
        <p:spPr bwMode="white">
          <a:xfrm>
            <a:off x="1127448" y="3606924"/>
            <a:ext cx="3254263" cy="215444"/>
          </a:xfrm>
          <a:prstGeom prst="rect">
            <a:avLst/>
          </a:prstGeom>
        </p:spPr>
        <p:txBody>
          <a:bodyPr vert="horz" lIns="0" tIns="0" rIns="0" bIns="0" rtlCol="0" anchor="t">
            <a:spAutoFit/>
          </a:bodyPr>
          <a:lstStyle>
            <a:lvl1pPr>
              <a:defRPr lang="en-US" sz="1400" b="0" spc="0" baseline="0" dirty="0" smtClean="0">
                <a:solidFill>
                  <a:schemeClr val="accent1"/>
                </a:solidFill>
                <a:latin typeface="+mn-lt"/>
                <a:ea typeface="+mj-ea"/>
                <a:cs typeface="+mj-cs"/>
              </a:defRPr>
            </a:lvl1pPr>
          </a:lstStyle>
          <a:p>
            <a:pPr lvl="0">
              <a:lnSpc>
                <a:spcPct val="100000"/>
              </a:lnSpc>
              <a:spcBef>
                <a:spcPct val="0"/>
              </a:spcBef>
            </a:pPr>
            <a:r>
              <a:rPr lang="en-US" dirty="0"/>
              <a:t>Title</a:t>
            </a:r>
          </a:p>
        </p:txBody>
      </p:sp>
      <p:sp>
        <p:nvSpPr>
          <p:cNvPr id="33" name="Text Placeholder 6">
            <a:extLst>
              <a:ext uri="{FF2B5EF4-FFF2-40B4-BE49-F238E27FC236}">
                <a16:creationId xmlns:a16="http://schemas.microsoft.com/office/drawing/2014/main" id="{0C9C026C-FB6A-4A62-B08F-1942BF1B4413}"/>
              </a:ext>
            </a:extLst>
          </p:cNvPr>
          <p:cNvSpPr>
            <a:spLocks noGrp="1"/>
          </p:cNvSpPr>
          <p:nvPr>
            <p:ph type="body" sz="quarter" idx="17" hasCustomPrompt="1"/>
          </p:nvPr>
        </p:nvSpPr>
        <p:spPr bwMode="white">
          <a:xfrm>
            <a:off x="1127448" y="3861048"/>
            <a:ext cx="448841" cy="215444"/>
          </a:xfrm>
          <a:prstGeom prst="rect">
            <a:avLst/>
          </a:prstGeom>
        </p:spPr>
        <p:txBody>
          <a:bodyPr vert="horz" wrap="none" lIns="0" tIns="0" rIns="0" bIns="0" rtlCol="0" anchor="t">
            <a:spAutoFit/>
          </a:bodyPr>
          <a:lstStyle>
            <a:lvl1pPr>
              <a:defRPr lang="en-US" sz="1400" b="0" spc="0" baseline="0" dirty="0" smtClean="0">
                <a:solidFill>
                  <a:schemeClr val="accent1"/>
                </a:solidFill>
                <a:latin typeface="+mn-lt"/>
                <a:ea typeface="+mj-ea"/>
                <a:cs typeface="+mj-cs"/>
              </a:defRPr>
            </a:lvl1pPr>
          </a:lstStyle>
          <a:p>
            <a:pPr lvl="0">
              <a:lnSpc>
                <a:spcPct val="100000"/>
              </a:lnSpc>
              <a:spcBef>
                <a:spcPct val="0"/>
              </a:spcBef>
            </a:pPr>
            <a:r>
              <a:rPr lang="en-US" dirty="0"/>
              <a:t>Email</a:t>
            </a:r>
          </a:p>
        </p:txBody>
      </p:sp>
      <p:sp>
        <p:nvSpPr>
          <p:cNvPr id="34" name="Text Placeholder 6">
            <a:extLst>
              <a:ext uri="{FF2B5EF4-FFF2-40B4-BE49-F238E27FC236}">
                <a16:creationId xmlns:a16="http://schemas.microsoft.com/office/drawing/2014/main" id="{B4FF2464-4B77-4CFF-BDD7-A46E59DD3256}"/>
              </a:ext>
            </a:extLst>
          </p:cNvPr>
          <p:cNvSpPr>
            <a:spLocks noGrp="1"/>
          </p:cNvSpPr>
          <p:nvPr>
            <p:ph type="body" sz="quarter" idx="18" hasCustomPrompt="1"/>
          </p:nvPr>
        </p:nvSpPr>
        <p:spPr bwMode="white">
          <a:xfrm>
            <a:off x="1127448" y="4123556"/>
            <a:ext cx="517770" cy="215444"/>
          </a:xfrm>
          <a:prstGeom prst="rect">
            <a:avLst/>
          </a:prstGeom>
        </p:spPr>
        <p:txBody>
          <a:bodyPr vert="horz" wrap="none" lIns="0" tIns="0" rIns="0" bIns="0" rtlCol="0" anchor="t">
            <a:spAutoFit/>
          </a:bodyPr>
          <a:lstStyle>
            <a:lvl1pPr>
              <a:defRPr lang="en-US" sz="1400" b="0" spc="0" baseline="0" dirty="0" smtClean="0">
                <a:solidFill>
                  <a:schemeClr val="accent1"/>
                </a:solidFill>
                <a:latin typeface="+mn-lt"/>
                <a:ea typeface="+mj-ea"/>
                <a:cs typeface="+mj-cs"/>
              </a:defRPr>
            </a:lvl1pPr>
          </a:lstStyle>
          <a:p>
            <a:pPr lvl="0">
              <a:lnSpc>
                <a:spcPct val="100000"/>
              </a:lnSpc>
              <a:spcBef>
                <a:spcPct val="0"/>
              </a:spcBef>
            </a:pPr>
            <a:r>
              <a:rPr lang="en-US" dirty="0"/>
              <a:t>Phone</a:t>
            </a:r>
          </a:p>
        </p:txBody>
      </p:sp>
      <p:sp>
        <p:nvSpPr>
          <p:cNvPr id="51" name="Text Placeholder 50">
            <a:extLst>
              <a:ext uri="{FF2B5EF4-FFF2-40B4-BE49-F238E27FC236}">
                <a16:creationId xmlns:a16="http://schemas.microsoft.com/office/drawing/2014/main" id="{CEFEC494-73C0-494E-8DE9-7C8FE7AA87FB}"/>
              </a:ext>
            </a:extLst>
          </p:cNvPr>
          <p:cNvSpPr>
            <a:spLocks noGrp="1"/>
          </p:cNvSpPr>
          <p:nvPr>
            <p:ph type="body" sz="quarter" idx="19" hasCustomPrompt="1"/>
          </p:nvPr>
        </p:nvSpPr>
        <p:spPr>
          <a:xfrm>
            <a:off x="1127430" y="4797150"/>
            <a:ext cx="251419" cy="258205"/>
          </a:xfrm>
          <a:custGeom>
            <a:avLst/>
            <a:gdLst>
              <a:gd name="connsiteX0" fmla="*/ 2166 w 251419"/>
              <a:gd name="connsiteY0" fmla="*/ 0 h 258205"/>
              <a:gd name="connsiteX1" fmla="*/ 249239 w 251419"/>
              <a:gd name="connsiteY1" fmla="*/ 0 h 258205"/>
              <a:gd name="connsiteX2" fmla="*/ 251419 w 251419"/>
              <a:gd name="connsiteY2" fmla="*/ 2144 h 258205"/>
              <a:gd name="connsiteX3" fmla="*/ 251419 w 251419"/>
              <a:gd name="connsiteY3" fmla="*/ 256168 h 258205"/>
              <a:gd name="connsiteX4" fmla="*/ 249386 w 251419"/>
              <a:gd name="connsiteY4" fmla="*/ 258184 h 258205"/>
              <a:gd name="connsiteX5" fmla="*/ 173327 w 251419"/>
              <a:gd name="connsiteY5" fmla="*/ 258139 h 258205"/>
              <a:gd name="connsiteX6" fmla="*/ 172109 w 251419"/>
              <a:gd name="connsiteY6" fmla="*/ 254871 h 258205"/>
              <a:gd name="connsiteX7" fmla="*/ 172109 w 251419"/>
              <a:gd name="connsiteY7" fmla="*/ 243272 h 258205"/>
              <a:gd name="connsiteX8" fmla="*/ 172109 w 251419"/>
              <a:gd name="connsiteY8" fmla="*/ 164416 h 258205"/>
              <a:gd name="connsiteX9" fmla="*/ 172109 w 251419"/>
              <a:gd name="connsiteY9" fmla="*/ 161390 h 258205"/>
              <a:gd name="connsiteX10" fmla="*/ 176288 w 251419"/>
              <a:gd name="connsiteY10" fmla="*/ 157088 h 258205"/>
              <a:gd name="connsiteX11" fmla="*/ 197894 w 251419"/>
              <a:gd name="connsiteY11" fmla="*/ 157088 h 258205"/>
              <a:gd name="connsiteX12" fmla="*/ 201081 w 251419"/>
              <a:gd name="connsiteY12" fmla="*/ 157017 h 258205"/>
              <a:gd name="connsiteX13" fmla="*/ 205437 w 251419"/>
              <a:gd name="connsiteY13" fmla="*/ 152856 h 258205"/>
              <a:gd name="connsiteX14" fmla="*/ 208383 w 251419"/>
              <a:gd name="connsiteY14" fmla="*/ 130132 h 258205"/>
              <a:gd name="connsiteX15" fmla="*/ 209183 w 251419"/>
              <a:gd name="connsiteY15" fmla="*/ 123888 h 258205"/>
              <a:gd name="connsiteX16" fmla="*/ 205427 w 251419"/>
              <a:gd name="connsiteY16" fmla="*/ 119349 h 258205"/>
              <a:gd name="connsiteX17" fmla="*/ 194133 w 251419"/>
              <a:gd name="connsiteY17" fmla="*/ 119289 h 258205"/>
              <a:gd name="connsiteX18" fmla="*/ 176219 w 251419"/>
              <a:gd name="connsiteY18" fmla="*/ 119289 h 258205"/>
              <a:gd name="connsiteX19" fmla="*/ 172119 w 251419"/>
              <a:gd name="connsiteY19" fmla="*/ 115219 h 258205"/>
              <a:gd name="connsiteX20" fmla="*/ 172119 w 251419"/>
              <a:gd name="connsiteY20" fmla="*/ 90774 h 258205"/>
              <a:gd name="connsiteX21" fmla="*/ 183816 w 251419"/>
              <a:gd name="connsiteY21" fmla="*/ 74338 h 258205"/>
              <a:gd name="connsiteX22" fmla="*/ 187459 w 251419"/>
              <a:gd name="connsiteY22" fmla="*/ 73929 h 258205"/>
              <a:gd name="connsiteX23" fmla="*/ 205859 w 251419"/>
              <a:gd name="connsiteY23" fmla="*/ 73894 h 258205"/>
              <a:gd name="connsiteX24" fmla="*/ 210828 w 251419"/>
              <a:gd name="connsiteY24" fmla="*/ 68967 h 258205"/>
              <a:gd name="connsiteX25" fmla="*/ 210828 w 251419"/>
              <a:gd name="connsiteY25" fmla="*/ 44522 h 258205"/>
              <a:gd name="connsiteX26" fmla="*/ 206974 w 251419"/>
              <a:gd name="connsiteY26" fmla="*/ 39782 h 258205"/>
              <a:gd name="connsiteX27" fmla="*/ 170970 w 251419"/>
              <a:gd name="connsiteY27" fmla="*/ 40654 h 258205"/>
              <a:gd name="connsiteX28" fmla="*/ 135299 w 251419"/>
              <a:gd name="connsiteY28" fmla="*/ 83028 h 258205"/>
              <a:gd name="connsiteX29" fmla="*/ 135299 w 251419"/>
              <a:gd name="connsiteY29" fmla="*/ 114295 h 258205"/>
              <a:gd name="connsiteX30" fmla="*/ 130350 w 251419"/>
              <a:gd name="connsiteY30" fmla="*/ 119278 h 258205"/>
              <a:gd name="connsiteX31" fmla="*/ 108744 w 251419"/>
              <a:gd name="connsiteY31" fmla="*/ 119278 h 258205"/>
              <a:gd name="connsiteX32" fmla="*/ 102414 w 251419"/>
              <a:gd name="connsiteY32" fmla="*/ 125643 h 258205"/>
              <a:gd name="connsiteX33" fmla="*/ 102414 w 251419"/>
              <a:gd name="connsiteY33" fmla="*/ 150859 h 258205"/>
              <a:gd name="connsiteX34" fmla="*/ 108385 w 251419"/>
              <a:gd name="connsiteY34" fmla="*/ 157088 h 258205"/>
              <a:gd name="connsiteX35" fmla="*/ 131464 w 251419"/>
              <a:gd name="connsiteY35" fmla="*/ 157088 h 258205"/>
              <a:gd name="connsiteX36" fmla="*/ 135295 w 251419"/>
              <a:gd name="connsiteY36" fmla="*/ 160916 h 258205"/>
              <a:gd name="connsiteX37" fmla="*/ 135295 w 251419"/>
              <a:gd name="connsiteY37" fmla="*/ 254412 h 258205"/>
              <a:gd name="connsiteX38" fmla="*/ 134048 w 251419"/>
              <a:gd name="connsiteY38" fmla="*/ 258159 h 258205"/>
              <a:gd name="connsiteX39" fmla="*/ 2047 w 251419"/>
              <a:gd name="connsiteY39" fmla="*/ 258205 h 258205"/>
              <a:gd name="connsiteX40" fmla="*/ 0 w 251419"/>
              <a:gd name="connsiteY40" fmla="*/ 256188 h 258205"/>
              <a:gd name="connsiteX41" fmla="*/ 0 w 251419"/>
              <a:gd name="connsiteY41" fmla="*/ 2159 h 258205"/>
              <a:gd name="connsiteX42" fmla="*/ 2166 w 251419"/>
              <a:gd name="connsiteY42" fmla="*/ 0 h 258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251419" h="258205">
                <a:moveTo>
                  <a:pt x="2166" y="0"/>
                </a:moveTo>
                <a:cubicBezTo>
                  <a:pt x="84525" y="51"/>
                  <a:pt x="166882" y="51"/>
                  <a:pt x="249239" y="0"/>
                </a:cubicBezTo>
                <a:cubicBezTo>
                  <a:pt x="250903" y="0"/>
                  <a:pt x="251424" y="212"/>
                  <a:pt x="251419" y="2144"/>
                </a:cubicBezTo>
                <a:cubicBezTo>
                  <a:pt x="251357" y="86820"/>
                  <a:pt x="251357" y="171495"/>
                  <a:pt x="251419" y="256168"/>
                </a:cubicBezTo>
                <a:cubicBezTo>
                  <a:pt x="251419" y="257937"/>
                  <a:pt x="251026" y="258215"/>
                  <a:pt x="249386" y="258184"/>
                </a:cubicBezTo>
                <a:cubicBezTo>
                  <a:pt x="224035" y="258120"/>
                  <a:pt x="198682" y="258106"/>
                  <a:pt x="173327" y="258139"/>
                </a:cubicBezTo>
                <a:cubicBezTo>
                  <a:pt x="172271" y="257307"/>
                  <a:pt x="172114" y="256122"/>
                  <a:pt x="172109" y="254871"/>
                </a:cubicBezTo>
                <a:cubicBezTo>
                  <a:pt x="172109" y="251003"/>
                  <a:pt x="172109" y="247140"/>
                  <a:pt x="172109" y="243272"/>
                </a:cubicBezTo>
                <a:lnTo>
                  <a:pt x="172109" y="164416"/>
                </a:lnTo>
                <a:cubicBezTo>
                  <a:pt x="172109" y="163406"/>
                  <a:pt x="172109" y="162398"/>
                  <a:pt x="172109" y="161390"/>
                </a:cubicBezTo>
                <a:cubicBezTo>
                  <a:pt x="172168" y="157793"/>
                  <a:pt x="172796" y="157107"/>
                  <a:pt x="176288" y="157088"/>
                </a:cubicBezTo>
                <a:cubicBezTo>
                  <a:pt x="183487" y="157047"/>
                  <a:pt x="190681" y="157088"/>
                  <a:pt x="197894" y="157088"/>
                </a:cubicBezTo>
                <a:cubicBezTo>
                  <a:pt x="198955" y="157088"/>
                  <a:pt x="200020" y="157113"/>
                  <a:pt x="201081" y="157017"/>
                </a:cubicBezTo>
                <a:cubicBezTo>
                  <a:pt x="203900" y="156760"/>
                  <a:pt x="205010" y="155781"/>
                  <a:pt x="205437" y="152856"/>
                </a:cubicBezTo>
                <a:cubicBezTo>
                  <a:pt x="206512" y="145292"/>
                  <a:pt x="207465" y="137727"/>
                  <a:pt x="208383" y="130132"/>
                </a:cubicBezTo>
                <a:cubicBezTo>
                  <a:pt x="208638" y="128048"/>
                  <a:pt x="208987" y="125976"/>
                  <a:pt x="209183" y="123888"/>
                </a:cubicBezTo>
                <a:cubicBezTo>
                  <a:pt x="209478" y="120726"/>
                  <a:pt x="208496" y="119485"/>
                  <a:pt x="205427" y="119349"/>
                </a:cubicBezTo>
                <a:cubicBezTo>
                  <a:pt x="201665" y="119178"/>
                  <a:pt x="197904" y="119298"/>
                  <a:pt x="194133" y="119289"/>
                </a:cubicBezTo>
                <a:cubicBezTo>
                  <a:pt x="188161" y="119289"/>
                  <a:pt x="182190" y="119314"/>
                  <a:pt x="176219" y="119289"/>
                </a:cubicBezTo>
                <a:cubicBezTo>
                  <a:pt x="172738" y="119289"/>
                  <a:pt x="172138" y="118688"/>
                  <a:pt x="172119" y="115219"/>
                </a:cubicBezTo>
                <a:cubicBezTo>
                  <a:pt x="172075" y="107074"/>
                  <a:pt x="172035" y="98924"/>
                  <a:pt x="172119" y="90774"/>
                </a:cubicBezTo>
                <a:cubicBezTo>
                  <a:pt x="172202" y="82624"/>
                  <a:pt x="176691" y="76435"/>
                  <a:pt x="183816" y="74338"/>
                </a:cubicBezTo>
                <a:cubicBezTo>
                  <a:pt x="185006" y="74029"/>
                  <a:pt x="186232" y="73892"/>
                  <a:pt x="187459" y="73929"/>
                </a:cubicBezTo>
                <a:cubicBezTo>
                  <a:pt x="193593" y="73929"/>
                  <a:pt x="199735" y="73995"/>
                  <a:pt x="205859" y="73894"/>
                </a:cubicBezTo>
                <a:cubicBezTo>
                  <a:pt x="209664" y="73833"/>
                  <a:pt x="210769" y="72754"/>
                  <a:pt x="210828" y="68967"/>
                </a:cubicBezTo>
                <a:cubicBezTo>
                  <a:pt x="210927" y="60817"/>
                  <a:pt x="210927" y="52669"/>
                  <a:pt x="210828" y="44522"/>
                </a:cubicBezTo>
                <a:cubicBezTo>
                  <a:pt x="210784" y="41204"/>
                  <a:pt x="209763" y="39791"/>
                  <a:pt x="206974" y="39782"/>
                </a:cubicBezTo>
                <a:cubicBezTo>
                  <a:pt x="194967" y="39736"/>
                  <a:pt x="182912" y="38813"/>
                  <a:pt x="170970" y="40654"/>
                </a:cubicBezTo>
                <a:cubicBezTo>
                  <a:pt x="150559" y="43862"/>
                  <a:pt x="135441" y="61821"/>
                  <a:pt x="135299" y="83028"/>
                </a:cubicBezTo>
                <a:cubicBezTo>
                  <a:pt x="135231" y="93441"/>
                  <a:pt x="135299" y="103861"/>
                  <a:pt x="135299" y="114295"/>
                </a:cubicBezTo>
                <a:cubicBezTo>
                  <a:pt x="135299" y="118834"/>
                  <a:pt x="134809" y="119268"/>
                  <a:pt x="130350" y="119278"/>
                </a:cubicBezTo>
                <a:cubicBezTo>
                  <a:pt x="123151" y="119278"/>
                  <a:pt x="115952" y="119278"/>
                  <a:pt x="108744" y="119278"/>
                </a:cubicBezTo>
                <a:cubicBezTo>
                  <a:pt x="103239" y="119278"/>
                  <a:pt x="102429" y="120100"/>
                  <a:pt x="102414" y="125643"/>
                </a:cubicBezTo>
                <a:cubicBezTo>
                  <a:pt x="102391" y="134048"/>
                  <a:pt x="102391" y="142453"/>
                  <a:pt x="102414" y="150859"/>
                </a:cubicBezTo>
                <a:cubicBezTo>
                  <a:pt x="102414" y="156160"/>
                  <a:pt x="103298" y="157062"/>
                  <a:pt x="108385" y="157088"/>
                </a:cubicBezTo>
                <a:cubicBezTo>
                  <a:pt x="116075" y="157123"/>
                  <a:pt x="123760" y="157088"/>
                  <a:pt x="131464" y="157088"/>
                </a:cubicBezTo>
                <a:cubicBezTo>
                  <a:pt x="134961" y="157088"/>
                  <a:pt x="135290" y="157415"/>
                  <a:pt x="135295" y="160916"/>
                </a:cubicBezTo>
                <a:cubicBezTo>
                  <a:pt x="135321" y="192083"/>
                  <a:pt x="135321" y="223249"/>
                  <a:pt x="135295" y="254412"/>
                </a:cubicBezTo>
                <a:cubicBezTo>
                  <a:pt x="135299" y="255804"/>
                  <a:pt x="135299" y="257201"/>
                  <a:pt x="134048" y="258159"/>
                </a:cubicBezTo>
                <a:cubicBezTo>
                  <a:pt x="90050" y="258159"/>
                  <a:pt x="46049" y="258175"/>
                  <a:pt x="2047" y="258205"/>
                </a:cubicBezTo>
                <a:cubicBezTo>
                  <a:pt x="442" y="258205"/>
                  <a:pt x="0" y="257978"/>
                  <a:pt x="0" y="256188"/>
                </a:cubicBezTo>
                <a:cubicBezTo>
                  <a:pt x="59" y="171512"/>
                  <a:pt x="59" y="86835"/>
                  <a:pt x="0" y="2159"/>
                </a:cubicBezTo>
                <a:cubicBezTo>
                  <a:pt x="0" y="273"/>
                  <a:pt x="461" y="0"/>
                  <a:pt x="2166" y="0"/>
                </a:cubicBezTo>
                <a:close/>
              </a:path>
            </a:pathLst>
          </a:custGeom>
          <a:solidFill>
            <a:schemeClr val="accent1"/>
          </a:solidFill>
        </p:spPr>
        <p:txBody>
          <a:bodyPr wrap="square">
            <a:noAutofit/>
          </a:bodyPr>
          <a:lstStyle>
            <a:lvl1pPr>
              <a:defRPr>
                <a:solidFill>
                  <a:schemeClr val="accent1"/>
                </a:solidFill>
              </a:defRPr>
            </a:lvl1pPr>
          </a:lstStyle>
          <a:p>
            <a:pPr lvl="0"/>
            <a:r>
              <a:rPr lang="en-US" dirty="0"/>
              <a:t> </a:t>
            </a:r>
            <a:endParaRPr lang="en-AU" dirty="0"/>
          </a:p>
        </p:txBody>
      </p:sp>
      <p:sp>
        <p:nvSpPr>
          <p:cNvPr id="65" name="Text Placeholder 64">
            <a:extLst>
              <a:ext uri="{FF2B5EF4-FFF2-40B4-BE49-F238E27FC236}">
                <a16:creationId xmlns:a16="http://schemas.microsoft.com/office/drawing/2014/main" id="{EBA3D052-5560-4BE7-B48A-7CCBABE3CB5B}"/>
              </a:ext>
            </a:extLst>
          </p:cNvPr>
          <p:cNvSpPr>
            <a:spLocks noGrp="1"/>
          </p:cNvSpPr>
          <p:nvPr>
            <p:ph type="body" sz="quarter" idx="20" hasCustomPrompt="1"/>
          </p:nvPr>
        </p:nvSpPr>
        <p:spPr>
          <a:xfrm>
            <a:off x="1645307" y="4795041"/>
            <a:ext cx="258214" cy="258214"/>
          </a:xfrm>
          <a:custGeom>
            <a:avLst/>
            <a:gdLst>
              <a:gd name="connsiteX0" fmla="*/ 168330 w 258214"/>
              <a:gd name="connsiteY0" fmla="*/ 54523 h 258214"/>
              <a:gd name="connsiteX1" fmla="*/ 143207 w 258214"/>
              <a:gd name="connsiteY1" fmla="*/ 61674 h 258214"/>
              <a:gd name="connsiteX2" fmla="*/ 127478 w 258214"/>
              <a:gd name="connsiteY2" fmla="*/ 100048 h 258214"/>
              <a:gd name="connsiteX3" fmla="*/ 125562 w 258214"/>
              <a:gd name="connsiteY3" fmla="*/ 102074 h 258214"/>
              <a:gd name="connsiteX4" fmla="*/ 114375 w 258214"/>
              <a:gd name="connsiteY4" fmla="*/ 100346 h 258214"/>
              <a:gd name="connsiteX5" fmla="*/ 56378 w 258214"/>
              <a:gd name="connsiteY5" fmla="*/ 70890 h 258214"/>
              <a:gd name="connsiteX6" fmla="*/ 47265 w 258214"/>
              <a:gd name="connsiteY6" fmla="*/ 62587 h 258214"/>
              <a:gd name="connsiteX7" fmla="*/ 42599 w 258214"/>
              <a:gd name="connsiteY7" fmla="*/ 87138 h 258214"/>
              <a:gd name="connsiteX8" fmla="*/ 54910 w 258214"/>
              <a:gd name="connsiteY8" fmla="*/ 109522 h 258214"/>
              <a:gd name="connsiteX9" fmla="*/ 58233 w 258214"/>
              <a:gd name="connsiteY9" fmla="*/ 113316 h 258214"/>
              <a:gd name="connsiteX10" fmla="*/ 41970 w 258214"/>
              <a:gd name="connsiteY10" fmla="*/ 108450 h 258214"/>
              <a:gd name="connsiteX11" fmla="*/ 46735 w 258214"/>
              <a:gd name="connsiteY11" fmla="*/ 128670 h 258214"/>
              <a:gd name="connsiteX12" fmla="*/ 72369 w 258214"/>
              <a:gd name="connsiteY12" fmla="*/ 146904 h 258214"/>
              <a:gd name="connsiteX13" fmla="*/ 57931 w 258214"/>
              <a:gd name="connsiteY13" fmla="*/ 148036 h 258214"/>
              <a:gd name="connsiteX14" fmla="*/ 56418 w 258214"/>
              <a:gd name="connsiteY14" fmla="*/ 150062 h 258214"/>
              <a:gd name="connsiteX15" fmla="*/ 78765 w 258214"/>
              <a:gd name="connsiteY15" fmla="*/ 172249 h 258214"/>
              <a:gd name="connsiteX16" fmla="*/ 91283 w 258214"/>
              <a:gd name="connsiteY16" fmla="*/ 175049 h 258214"/>
              <a:gd name="connsiteX17" fmla="*/ 75347 w 258214"/>
              <a:gd name="connsiteY17" fmla="*/ 185060 h 258214"/>
              <a:gd name="connsiteX18" fmla="*/ 35439 w 258214"/>
              <a:gd name="connsiteY18" fmla="*/ 191972 h 258214"/>
              <a:gd name="connsiteX19" fmla="*/ 37477 w 258214"/>
              <a:gd name="connsiteY19" fmla="*/ 193243 h 258214"/>
              <a:gd name="connsiteX20" fmla="*/ 106186 w 258214"/>
              <a:gd name="connsiteY20" fmla="*/ 207743 h 258214"/>
              <a:gd name="connsiteX21" fmla="*/ 180573 w 258214"/>
              <a:gd name="connsiteY21" fmla="*/ 166469 h 258214"/>
              <a:gd name="connsiteX22" fmla="*/ 204645 w 258214"/>
              <a:gd name="connsiteY22" fmla="*/ 96751 h 258214"/>
              <a:gd name="connsiteX23" fmla="*/ 207564 w 258214"/>
              <a:gd name="connsiteY23" fmla="*/ 90395 h 258214"/>
              <a:gd name="connsiteX24" fmla="*/ 219669 w 258214"/>
              <a:gd name="connsiteY24" fmla="*/ 79014 h 258214"/>
              <a:gd name="connsiteX25" fmla="*/ 223582 w 258214"/>
              <a:gd name="connsiteY25" fmla="*/ 73214 h 258214"/>
              <a:gd name="connsiteX26" fmla="*/ 202243 w 258214"/>
              <a:gd name="connsiteY26" fmla="*/ 78656 h 258214"/>
              <a:gd name="connsiteX27" fmla="*/ 218741 w 258214"/>
              <a:gd name="connsiteY27" fmla="*/ 57701 h 258214"/>
              <a:gd name="connsiteX28" fmla="*/ 216153 w 258214"/>
              <a:gd name="connsiteY28" fmla="*/ 58436 h 258214"/>
              <a:gd name="connsiteX29" fmla="*/ 196717 w 258214"/>
              <a:gd name="connsiteY29" fmla="*/ 66023 h 258214"/>
              <a:gd name="connsiteX30" fmla="*/ 192314 w 258214"/>
              <a:gd name="connsiteY30" fmla="*/ 64971 h 258214"/>
              <a:gd name="connsiteX31" fmla="*/ 168330 w 258214"/>
              <a:gd name="connsiteY31" fmla="*/ 54523 h 258214"/>
              <a:gd name="connsiteX32" fmla="*/ 2062 w 258214"/>
              <a:gd name="connsiteY32" fmla="*/ 0 h 258214"/>
              <a:gd name="connsiteX33" fmla="*/ 256150 w 258214"/>
              <a:gd name="connsiteY33" fmla="*/ 0 h 258214"/>
              <a:gd name="connsiteX34" fmla="*/ 258214 w 258214"/>
              <a:gd name="connsiteY34" fmla="*/ 2066 h 258214"/>
              <a:gd name="connsiteX35" fmla="*/ 258214 w 258214"/>
              <a:gd name="connsiteY35" fmla="*/ 256148 h 258214"/>
              <a:gd name="connsiteX36" fmla="*/ 256150 w 258214"/>
              <a:gd name="connsiteY36" fmla="*/ 258214 h 258214"/>
              <a:gd name="connsiteX37" fmla="*/ 2062 w 258214"/>
              <a:gd name="connsiteY37" fmla="*/ 258214 h 258214"/>
              <a:gd name="connsiteX38" fmla="*/ 0 w 258214"/>
              <a:gd name="connsiteY38" fmla="*/ 256148 h 258214"/>
              <a:gd name="connsiteX39" fmla="*/ 50 w 258214"/>
              <a:gd name="connsiteY39" fmla="*/ 128849 h 258214"/>
              <a:gd name="connsiteX40" fmla="*/ 0 w 258214"/>
              <a:gd name="connsiteY40" fmla="*/ 2066 h 258214"/>
              <a:gd name="connsiteX41" fmla="*/ 2062 w 258214"/>
              <a:gd name="connsiteY41" fmla="*/ 0 h 258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258214" h="258214">
                <a:moveTo>
                  <a:pt x="168330" y="54523"/>
                </a:moveTo>
                <a:cubicBezTo>
                  <a:pt x="159493" y="53907"/>
                  <a:pt x="150465" y="56251"/>
                  <a:pt x="143207" y="61674"/>
                </a:cubicBezTo>
                <a:cubicBezTo>
                  <a:pt x="130358" y="71267"/>
                  <a:pt x="125123" y="84158"/>
                  <a:pt x="127478" y="100048"/>
                </a:cubicBezTo>
                <a:cubicBezTo>
                  <a:pt x="127735" y="101816"/>
                  <a:pt x="127347" y="102273"/>
                  <a:pt x="125562" y="102074"/>
                </a:cubicBezTo>
                <a:cubicBezTo>
                  <a:pt x="121813" y="101617"/>
                  <a:pt x="118077" y="101101"/>
                  <a:pt x="114375" y="100346"/>
                </a:cubicBezTo>
                <a:cubicBezTo>
                  <a:pt x="92327" y="95897"/>
                  <a:pt x="72804" y="86442"/>
                  <a:pt x="56378" y="70890"/>
                </a:cubicBezTo>
                <a:cubicBezTo>
                  <a:pt x="53409" y="68069"/>
                  <a:pt x="50326" y="65368"/>
                  <a:pt x="47265" y="62587"/>
                </a:cubicBezTo>
                <a:cubicBezTo>
                  <a:pt x="42949" y="69857"/>
                  <a:pt x="40967" y="78140"/>
                  <a:pt x="42599" y="87138"/>
                </a:cubicBezTo>
                <a:cubicBezTo>
                  <a:pt x="44204" y="95956"/>
                  <a:pt x="48818" y="103146"/>
                  <a:pt x="54910" y="109522"/>
                </a:cubicBezTo>
                <a:cubicBezTo>
                  <a:pt x="56011" y="110674"/>
                  <a:pt x="57457" y="111548"/>
                  <a:pt x="58233" y="113316"/>
                </a:cubicBezTo>
                <a:cubicBezTo>
                  <a:pt x="52560" y="112700"/>
                  <a:pt x="47047" y="111072"/>
                  <a:pt x="41970" y="108450"/>
                </a:cubicBezTo>
                <a:cubicBezTo>
                  <a:pt x="41980" y="115859"/>
                  <a:pt x="43310" y="122512"/>
                  <a:pt x="46735" y="128670"/>
                </a:cubicBezTo>
                <a:cubicBezTo>
                  <a:pt x="52318" y="138741"/>
                  <a:pt x="61362" y="144044"/>
                  <a:pt x="72369" y="146904"/>
                </a:cubicBezTo>
                <a:cubicBezTo>
                  <a:pt x="68951" y="148314"/>
                  <a:pt x="63030" y="148870"/>
                  <a:pt x="57931" y="148036"/>
                </a:cubicBezTo>
                <a:cubicBezTo>
                  <a:pt x="55598" y="147659"/>
                  <a:pt x="55752" y="148394"/>
                  <a:pt x="56418" y="150062"/>
                </a:cubicBezTo>
                <a:cubicBezTo>
                  <a:pt x="60696" y="160649"/>
                  <a:pt x="68008" y="168177"/>
                  <a:pt x="78765" y="172249"/>
                </a:cubicBezTo>
                <a:cubicBezTo>
                  <a:pt x="82664" y="173718"/>
                  <a:pt x="86744" y="174374"/>
                  <a:pt x="91283" y="175049"/>
                </a:cubicBezTo>
                <a:cubicBezTo>
                  <a:pt x="86178" y="179419"/>
                  <a:pt x="80894" y="182458"/>
                  <a:pt x="75347" y="185060"/>
                </a:cubicBezTo>
                <a:cubicBezTo>
                  <a:pt x="62913" y="190920"/>
                  <a:pt x="49122" y="193323"/>
                  <a:pt x="35439" y="191972"/>
                </a:cubicBezTo>
                <a:cubicBezTo>
                  <a:pt x="36124" y="192409"/>
                  <a:pt x="36776" y="192846"/>
                  <a:pt x="37477" y="193243"/>
                </a:cubicBezTo>
                <a:cubicBezTo>
                  <a:pt x="58779" y="205638"/>
                  <a:pt x="81725" y="210564"/>
                  <a:pt x="106186" y="207743"/>
                </a:cubicBezTo>
                <a:cubicBezTo>
                  <a:pt x="136601" y="204228"/>
                  <a:pt x="161449" y="190304"/>
                  <a:pt x="180573" y="166469"/>
                </a:cubicBezTo>
                <a:cubicBezTo>
                  <a:pt x="196868" y="146169"/>
                  <a:pt x="204740" y="122771"/>
                  <a:pt x="204645" y="96751"/>
                </a:cubicBezTo>
                <a:cubicBezTo>
                  <a:pt x="204635" y="93970"/>
                  <a:pt x="205300" y="92123"/>
                  <a:pt x="207564" y="90395"/>
                </a:cubicBezTo>
                <a:cubicBezTo>
                  <a:pt x="211940" y="86978"/>
                  <a:pt x="215992" y="83165"/>
                  <a:pt x="219669" y="79014"/>
                </a:cubicBezTo>
                <a:cubicBezTo>
                  <a:pt x="221146" y="77385"/>
                  <a:pt x="222710" y="75736"/>
                  <a:pt x="223582" y="73214"/>
                </a:cubicBezTo>
                <a:cubicBezTo>
                  <a:pt x="216612" y="75697"/>
                  <a:pt x="209910" y="77861"/>
                  <a:pt x="202243" y="78656"/>
                </a:cubicBezTo>
                <a:cubicBezTo>
                  <a:pt x="209698" y="72717"/>
                  <a:pt x="216284" y="66877"/>
                  <a:pt x="218741" y="57701"/>
                </a:cubicBezTo>
                <a:cubicBezTo>
                  <a:pt x="217525" y="57462"/>
                  <a:pt x="216874" y="58098"/>
                  <a:pt x="216153" y="58436"/>
                </a:cubicBezTo>
                <a:cubicBezTo>
                  <a:pt x="209839" y="61375"/>
                  <a:pt x="203348" y="63898"/>
                  <a:pt x="196717" y="66023"/>
                </a:cubicBezTo>
                <a:cubicBezTo>
                  <a:pt x="194880" y="66639"/>
                  <a:pt x="193726" y="66341"/>
                  <a:pt x="192314" y="64971"/>
                </a:cubicBezTo>
                <a:cubicBezTo>
                  <a:pt x="185815" y="58654"/>
                  <a:pt x="177169" y="55119"/>
                  <a:pt x="168330" y="54523"/>
                </a:cubicBezTo>
                <a:close/>
                <a:moveTo>
                  <a:pt x="2062" y="0"/>
                </a:moveTo>
                <a:cubicBezTo>
                  <a:pt x="86758" y="60"/>
                  <a:pt x="171454" y="60"/>
                  <a:pt x="256150" y="0"/>
                </a:cubicBezTo>
                <a:cubicBezTo>
                  <a:pt x="257876" y="0"/>
                  <a:pt x="258214" y="338"/>
                  <a:pt x="258214" y="2066"/>
                </a:cubicBezTo>
                <a:cubicBezTo>
                  <a:pt x="258156" y="86760"/>
                  <a:pt x="258156" y="171454"/>
                  <a:pt x="258214" y="256148"/>
                </a:cubicBezTo>
                <a:cubicBezTo>
                  <a:pt x="258214" y="257876"/>
                  <a:pt x="257876" y="258214"/>
                  <a:pt x="256150" y="258214"/>
                </a:cubicBezTo>
                <a:cubicBezTo>
                  <a:pt x="171454" y="258154"/>
                  <a:pt x="86758" y="258154"/>
                  <a:pt x="2062" y="258214"/>
                </a:cubicBezTo>
                <a:cubicBezTo>
                  <a:pt x="338" y="258214"/>
                  <a:pt x="0" y="257876"/>
                  <a:pt x="0" y="256148"/>
                </a:cubicBezTo>
                <a:cubicBezTo>
                  <a:pt x="60" y="213702"/>
                  <a:pt x="77" y="171275"/>
                  <a:pt x="50" y="128849"/>
                </a:cubicBezTo>
                <a:cubicBezTo>
                  <a:pt x="50" y="86601"/>
                  <a:pt x="34" y="44333"/>
                  <a:pt x="0" y="2066"/>
                </a:cubicBezTo>
                <a:cubicBezTo>
                  <a:pt x="0" y="338"/>
                  <a:pt x="338" y="0"/>
                  <a:pt x="2062" y="0"/>
                </a:cubicBezTo>
                <a:close/>
              </a:path>
            </a:pathLst>
          </a:custGeom>
          <a:solidFill>
            <a:schemeClr val="accent1"/>
          </a:solidFill>
        </p:spPr>
        <p:txBody>
          <a:bodyPr wrap="square">
            <a:noAutofit/>
          </a:bodyPr>
          <a:lstStyle>
            <a:lvl1pPr>
              <a:defRPr>
                <a:solidFill>
                  <a:schemeClr val="accent1"/>
                </a:solidFill>
              </a:defRPr>
            </a:lvl1pPr>
          </a:lstStyle>
          <a:p>
            <a:pPr lvl="0"/>
            <a:r>
              <a:rPr lang="en-US" dirty="0"/>
              <a:t> </a:t>
            </a:r>
            <a:endParaRPr lang="en-AU" dirty="0"/>
          </a:p>
        </p:txBody>
      </p:sp>
      <p:sp>
        <p:nvSpPr>
          <p:cNvPr id="67" name="Text Placeholder 66">
            <a:extLst>
              <a:ext uri="{FF2B5EF4-FFF2-40B4-BE49-F238E27FC236}">
                <a16:creationId xmlns:a16="http://schemas.microsoft.com/office/drawing/2014/main" id="{B3550CE3-EB5D-48BF-BD90-C402F0393BF4}"/>
              </a:ext>
            </a:extLst>
          </p:cNvPr>
          <p:cNvSpPr>
            <a:spLocks noGrp="1"/>
          </p:cNvSpPr>
          <p:nvPr>
            <p:ph type="body" sz="quarter" idx="21" hasCustomPrompt="1"/>
          </p:nvPr>
        </p:nvSpPr>
        <p:spPr>
          <a:xfrm>
            <a:off x="2171256" y="4796538"/>
            <a:ext cx="251419" cy="258214"/>
          </a:xfrm>
          <a:custGeom>
            <a:avLst/>
            <a:gdLst>
              <a:gd name="connsiteX0" fmla="*/ 125974 w 251419"/>
              <a:gd name="connsiteY0" fmla="*/ 95131 h 258214"/>
              <a:gd name="connsiteX1" fmla="*/ 156287 w 251419"/>
              <a:gd name="connsiteY1" fmla="*/ 129406 h 258214"/>
              <a:gd name="connsiteX2" fmla="*/ 156287 w 251419"/>
              <a:gd name="connsiteY2" fmla="*/ 129569 h 258214"/>
              <a:gd name="connsiteX3" fmla="*/ 125634 w 251419"/>
              <a:gd name="connsiteY3" fmla="*/ 163082 h 258214"/>
              <a:gd name="connsiteX4" fmla="*/ 125444 w 251419"/>
              <a:gd name="connsiteY4" fmla="*/ 163082 h 258214"/>
              <a:gd name="connsiteX5" fmla="*/ 95131 w 251419"/>
              <a:gd name="connsiteY5" fmla="*/ 128808 h 258214"/>
              <a:gd name="connsiteX6" fmla="*/ 125974 w 251419"/>
              <a:gd name="connsiteY6" fmla="*/ 95131 h 258214"/>
              <a:gd name="connsiteX7" fmla="*/ 125111 w 251419"/>
              <a:gd name="connsiteY7" fmla="*/ 81656 h 258214"/>
              <a:gd name="connsiteX8" fmla="*/ 75929 w 251419"/>
              <a:gd name="connsiteY8" fmla="*/ 129290 h 258214"/>
              <a:gd name="connsiteX9" fmla="*/ 125696 w 251419"/>
              <a:gd name="connsiteY9" fmla="*/ 176359 h 258214"/>
              <a:gd name="connsiteX10" fmla="*/ 174879 w 251419"/>
              <a:gd name="connsiteY10" fmla="*/ 128733 h 258214"/>
              <a:gd name="connsiteX11" fmla="*/ 125261 w 251419"/>
              <a:gd name="connsiteY11" fmla="*/ 81656 h 258214"/>
              <a:gd name="connsiteX12" fmla="*/ 125111 w 251419"/>
              <a:gd name="connsiteY12" fmla="*/ 81656 h 258214"/>
              <a:gd name="connsiteX13" fmla="*/ 177203 w 251419"/>
              <a:gd name="connsiteY13" fmla="*/ 68840 h 258214"/>
              <a:gd name="connsiteX14" fmla="*/ 166636 w 251419"/>
              <a:gd name="connsiteY14" fmla="*/ 80181 h 258214"/>
              <a:gd name="connsiteX15" fmla="*/ 177189 w 251419"/>
              <a:gd name="connsiteY15" fmla="*/ 90863 h 258214"/>
              <a:gd name="connsiteX16" fmla="*/ 187382 w 251419"/>
              <a:gd name="connsiteY16" fmla="*/ 79903 h 258214"/>
              <a:gd name="connsiteX17" fmla="*/ 177203 w 251419"/>
              <a:gd name="connsiteY17" fmla="*/ 68840 h 258214"/>
              <a:gd name="connsiteX18" fmla="*/ 83294 w 251419"/>
              <a:gd name="connsiteY18" fmla="*/ 54836 h 258214"/>
              <a:gd name="connsiteX19" fmla="*/ 168770 w 251419"/>
              <a:gd name="connsiteY19" fmla="*/ 54836 h 258214"/>
              <a:gd name="connsiteX20" fmla="*/ 202902 w 251419"/>
              <a:gd name="connsiteY20" fmla="*/ 86420 h 258214"/>
              <a:gd name="connsiteX21" fmla="*/ 203099 w 251419"/>
              <a:gd name="connsiteY21" fmla="*/ 171093 h 258214"/>
              <a:gd name="connsiteX22" fmla="*/ 202915 w 251419"/>
              <a:gd name="connsiteY22" fmla="*/ 172833 h 258214"/>
              <a:gd name="connsiteX23" fmla="*/ 171012 w 251419"/>
              <a:gd name="connsiteY23" fmla="*/ 203261 h 258214"/>
              <a:gd name="connsiteX24" fmla="*/ 161961 w 251419"/>
              <a:gd name="connsiteY24" fmla="*/ 203852 h 258214"/>
              <a:gd name="connsiteX25" fmla="*/ 89193 w 251419"/>
              <a:gd name="connsiteY25" fmla="*/ 203852 h 258214"/>
              <a:gd name="connsiteX26" fmla="*/ 77811 w 251419"/>
              <a:gd name="connsiteY26" fmla="*/ 202915 h 258214"/>
              <a:gd name="connsiteX27" fmla="*/ 47695 w 251419"/>
              <a:gd name="connsiteY27" fmla="*/ 167138 h 258214"/>
              <a:gd name="connsiteX28" fmla="*/ 47695 w 251419"/>
              <a:gd name="connsiteY28" fmla="*/ 127686 h 258214"/>
              <a:gd name="connsiteX29" fmla="*/ 47634 w 251419"/>
              <a:gd name="connsiteY29" fmla="*/ 127747 h 258214"/>
              <a:gd name="connsiteX30" fmla="*/ 47634 w 251419"/>
              <a:gd name="connsiteY30" fmla="*/ 90619 h 258214"/>
              <a:gd name="connsiteX31" fmla="*/ 83294 w 251419"/>
              <a:gd name="connsiteY31" fmla="*/ 54836 h 258214"/>
              <a:gd name="connsiteX32" fmla="*/ 87153 w 251419"/>
              <a:gd name="connsiteY32" fmla="*/ 34594 h 258214"/>
              <a:gd name="connsiteX33" fmla="*/ 33771 w 251419"/>
              <a:gd name="connsiteY33" fmla="*/ 90273 h 258214"/>
              <a:gd name="connsiteX34" fmla="*/ 33771 w 251419"/>
              <a:gd name="connsiteY34" fmla="*/ 128917 h 258214"/>
              <a:gd name="connsiteX35" fmla="*/ 33805 w 251419"/>
              <a:gd name="connsiteY35" fmla="*/ 128937 h 258214"/>
              <a:gd name="connsiteX36" fmla="*/ 33893 w 251419"/>
              <a:gd name="connsiteY36" fmla="*/ 172419 h 258214"/>
              <a:gd name="connsiteX37" fmla="*/ 81975 w 251419"/>
              <a:gd name="connsiteY37" fmla="*/ 223267 h 258214"/>
              <a:gd name="connsiteX38" fmla="*/ 169503 w 251419"/>
              <a:gd name="connsiteY38" fmla="*/ 223267 h 258214"/>
              <a:gd name="connsiteX39" fmla="*/ 213325 w 251419"/>
              <a:gd name="connsiteY39" fmla="*/ 192077 h 258214"/>
              <a:gd name="connsiteX40" fmla="*/ 218380 w 251419"/>
              <a:gd name="connsiteY40" fmla="*/ 166188 h 258214"/>
              <a:gd name="connsiteX41" fmla="*/ 217674 w 251419"/>
              <a:gd name="connsiteY41" fmla="*/ 89498 h 258214"/>
              <a:gd name="connsiteX42" fmla="*/ 164128 w 251419"/>
              <a:gd name="connsiteY42" fmla="*/ 34594 h 258214"/>
              <a:gd name="connsiteX43" fmla="*/ 87153 w 251419"/>
              <a:gd name="connsiteY43" fmla="*/ 34594 h 258214"/>
              <a:gd name="connsiteX44" fmla="*/ 125566 w 251419"/>
              <a:gd name="connsiteY44" fmla="*/ 0 h 258214"/>
              <a:gd name="connsiteX45" fmla="*/ 190480 w 251419"/>
              <a:gd name="connsiteY45" fmla="*/ 1366 h 258214"/>
              <a:gd name="connsiteX46" fmla="*/ 229850 w 251419"/>
              <a:gd name="connsiteY46" fmla="*/ 15010 h 258214"/>
              <a:gd name="connsiteX47" fmla="*/ 250086 w 251419"/>
              <a:gd name="connsiteY47" fmla="*/ 62114 h 258214"/>
              <a:gd name="connsiteX48" fmla="*/ 250086 w 251419"/>
              <a:gd name="connsiteY48" fmla="*/ 196107 h 258214"/>
              <a:gd name="connsiteX49" fmla="*/ 240444 w 251419"/>
              <a:gd name="connsiteY49" fmla="*/ 231129 h 258214"/>
              <a:gd name="connsiteX50" fmla="*/ 190051 w 251419"/>
              <a:gd name="connsiteY50" fmla="*/ 257120 h 258214"/>
              <a:gd name="connsiteX51" fmla="*/ 125593 w 251419"/>
              <a:gd name="connsiteY51" fmla="*/ 258071 h 258214"/>
              <a:gd name="connsiteX52" fmla="*/ 54571 w 251419"/>
              <a:gd name="connsiteY52" fmla="*/ 256230 h 258214"/>
              <a:gd name="connsiteX53" fmla="*/ 1344 w 251419"/>
              <a:gd name="connsiteY53" fmla="*/ 196351 h 258214"/>
              <a:gd name="connsiteX54" fmla="*/ 1344 w 251419"/>
              <a:gd name="connsiteY54" fmla="*/ 61747 h 258214"/>
              <a:gd name="connsiteX55" fmla="*/ 17490 w 251419"/>
              <a:gd name="connsiteY55" fmla="*/ 18829 h 258214"/>
              <a:gd name="connsiteX56" fmla="*/ 60666 w 251419"/>
              <a:gd name="connsiteY56" fmla="*/ 1366 h 258214"/>
              <a:gd name="connsiteX57" fmla="*/ 125566 w 251419"/>
              <a:gd name="connsiteY57" fmla="*/ 0 h 258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251419" h="258214">
                <a:moveTo>
                  <a:pt x="125974" y="95131"/>
                </a:moveTo>
                <a:cubicBezTo>
                  <a:pt x="142860" y="95294"/>
                  <a:pt x="156437" y="110638"/>
                  <a:pt x="156287" y="129406"/>
                </a:cubicBezTo>
                <a:cubicBezTo>
                  <a:pt x="156287" y="129460"/>
                  <a:pt x="156287" y="129515"/>
                  <a:pt x="156287" y="129569"/>
                </a:cubicBezTo>
                <a:cubicBezTo>
                  <a:pt x="156151" y="148228"/>
                  <a:pt x="142425" y="163232"/>
                  <a:pt x="125634" y="163082"/>
                </a:cubicBezTo>
                <a:cubicBezTo>
                  <a:pt x="125566" y="163082"/>
                  <a:pt x="125505" y="163082"/>
                  <a:pt x="125444" y="163082"/>
                </a:cubicBezTo>
                <a:cubicBezTo>
                  <a:pt x="108551" y="162912"/>
                  <a:pt x="94988" y="147576"/>
                  <a:pt x="95131" y="128808"/>
                </a:cubicBezTo>
                <a:cubicBezTo>
                  <a:pt x="95281" y="110047"/>
                  <a:pt x="109088" y="94968"/>
                  <a:pt x="125974" y="95131"/>
                </a:cubicBezTo>
                <a:close/>
                <a:moveTo>
                  <a:pt x="125111" y="81656"/>
                </a:moveTo>
                <a:cubicBezTo>
                  <a:pt x="97788" y="81812"/>
                  <a:pt x="75772" y="103135"/>
                  <a:pt x="75929" y="129290"/>
                </a:cubicBezTo>
                <a:cubicBezTo>
                  <a:pt x="76092" y="155444"/>
                  <a:pt x="98373" y="176516"/>
                  <a:pt x="125696" y="176359"/>
                </a:cubicBezTo>
                <a:cubicBezTo>
                  <a:pt x="153026" y="176210"/>
                  <a:pt x="175042" y="154880"/>
                  <a:pt x="174879" y="128733"/>
                </a:cubicBezTo>
                <a:cubicBezTo>
                  <a:pt x="174648" y="102660"/>
                  <a:pt x="152496" y="81649"/>
                  <a:pt x="125261" y="81656"/>
                </a:cubicBezTo>
                <a:cubicBezTo>
                  <a:pt x="125207" y="81656"/>
                  <a:pt x="125159" y="81656"/>
                  <a:pt x="125111" y="81656"/>
                </a:cubicBezTo>
                <a:close/>
                <a:moveTo>
                  <a:pt x="177203" y="68840"/>
                </a:moveTo>
                <a:cubicBezTo>
                  <a:pt x="171773" y="68732"/>
                  <a:pt x="166494" y="74548"/>
                  <a:pt x="166636" y="80181"/>
                </a:cubicBezTo>
                <a:cubicBezTo>
                  <a:pt x="166786" y="85808"/>
                  <a:pt x="171794" y="90945"/>
                  <a:pt x="177189" y="90863"/>
                </a:cubicBezTo>
                <a:cubicBezTo>
                  <a:pt x="182584" y="90789"/>
                  <a:pt x="187382" y="85590"/>
                  <a:pt x="187382" y="79903"/>
                </a:cubicBezTo>
                <a:cubicBezTo>
                  <a:pt x="187382" y="74270"/>
                  <a:pt x="182632" y="68949"/>
                  <a:pt x="177203" y="68840"/>
                </a:cubicBezTo>
                <a:close/>
                <a:moveTo>
                  <a:pt x="83294" y="54836"/>
                </a:moveTo>
                <a:cubicBezTo>
                  <a:pt x="111766" y="54170"/>
                  <a:pt x="140292" y="54231"/>
                  <a:pt x="168770" y="54836"/>
                </a:cubicBezTo>
                <a:cubicBezTo>
                  <a:pt x="188843" y="55257"/>
                  <a:pt x="201896" y="67094"/>
                  <a:pt x="202902" y="86420"/>
                </a:cubicBezTo>
                <a:cubicBezTo>
                  <a:pt x="204431" y="114606"/>
                  <a:pt x="203826" y="142873"/>
                  <a:pt x="203099" y="171093"/>
                </a:cubicBezTo>
                <a:cubicBezTo>
                  <a:pt x="203099" y="171684"/>
                  <a:pt x="202983" y="172255"/>
                  <a:pt x="202915" y="172833"/>
                </a:cubicBezTo>
                <a:cubicBezTo>
                  <a:pt x="200530" y="190439"/>
                  <a:pt x="189441" y="201053"/>
                  <a:pt x="171012" y="203261"/>
                </a:cubicBezTo>
                <a:cubicBezTo>
                  <a:pt x="168009" y="203635"/>
                  <a:pt x="164985" y="203832"/>
                  <a:pt x="161961" y="203852"/>
                </a:cubicBezTo>
                <a:cubicBezTo>
                  <a:pt x="137710" y="203852"/>
                  <a:pt x="113451" y="203852"/>
                  <a:pt x="89193" y="203852"/>
                </a:cubicBezTo>
                <a:cubicBezTo>
                  <a:pt x="85374" y="203873"/>
                  <a:pt x="81568" y="203560"/>
                  <a:pt x="77811" y="202915"/>
                </a:cubicBezTo>
                <a:cubicBezTo>
                  <a:pt x="58472" y="199401"/>
                  <a:pt x="48170" y="187266"/>
                  <a:pt x="47695" y="167138"/>
                </a:cubicBezTo>
                <a:cubicBezTo>
                  <a:pt x="47403" y="153997"/>
                  <a:pt x="47695" y="140835"/>
                  <a:pt x="47695" y="127686"/>
                </a:cubicBezTo>
                <a:lnTo>
                  <a:pt x="47634" y="127747"/>
                </a:lnTo>
                <a:cubicBezTo>
                  <a:pt x="47634" y="115305"/>
                  <a:pt x="47518" y="102986"/>
                  <a:pt x="47634" y="90619"/>
                </a:cubicBezTo>
                <a:cubicBezTo>
                  <a:pt x="47872" y="68718"/>
                  <a:pt x="60490" y="55461"/>
                  <a:pt x="83294" y="54836"/>
                </a:cubicBezTo>
                <a:close/>
                <a:moveTo>
                  <a:pt x="87153" y="34594"/>
                </a:moveTo>
                <a:cubicBezTo>
                  <a:pt x="54007" y="35172"/>
                  <a:pt x="34104" y="56209"/>
                  <a:pt x="33771" y="90273"/>
                </a:cubicBezTo>
                <a:cubicBezTo>
                  <a:pt x="33676" y="103157"/>
                  <a:pt x="33771" y="115972"/>
                  <a:pt x="33771" y="128917"/>
                </a:cubicBezTo>
                <a:lnTo>
                  <a:pt x="33805" y="128937"/>
                </a:lnTo>
                <a:cubicBezTo>
                  <a:pt x="33805" y="143438"/>
                  <a:pt x="33295" y="157952"/>
                  <a:pt x="33893" y="172419"/>
                </a:cubicBezTo>
                <a:cubicBezTo>
                  <a:pt x="35123" y="201706"/>
                  <a:pt x="53531" y="221772"/>
                  <a:pt x="81975" y="223267"/>
                </a:cubicBezTo>
                <a:cubicBezTo>
                  <a:pt x="111106" y="224803"/>
                  <a:pt x="140352" y="224701"/>
                  <a:pt x="169503" y="223267"/>
                </a:cubicBezTo>
                <a:cubicBezTo>
                  <a:pt x="189800" y="222241"/>
                  <a:pt x="205075" y="211776"/>
                  <a:pt x="213325" y="192077"/>
                </a:cubicBezTo>
                <a:cubicBezTo>
                  <a:pt x="216736" y="183903"/>
                  <a:pt x="218462" y="175083"/>
                  <a:pt x="218380" y="166188"/>
                </a:cubicBezTo>
                <a:cubicBezTo>
                  <a:pt x="218244" y="140638"/>
                  <a:pt x="218210" y="115068"/>
                  <a:pt x="217674" y="89498"/>
                </a:cubicBezTo>
                <a:cubicBezTo>
                  <a:pt x="217042" y="55625"/>
                  <a:pt x="197044" y="35144"/>
                  <a:pt x="164128" y="34594"/>
                </a:cubicBezTo>
                <a:cubicBezTo>
                  <a:pt x="138463" y="34125"/>
                  <a:pt x="112805" y="34125"/>
                  <a:pt x="87153" y="34594"/>
                </a:cubicBezTo>
                <a:close/>
                <a:moveTo>
                  <a:pt x="125566" y="0"/>
                </a:moveTo>
                <a:cubicBezTo>
                  <a:pt x="147201" y="0"/>
                  <a:pt x="168837" y="455"/>
                  <a:pt x="190480" y="1366"/>
                </a:cubicBezTo>
                <a:cubicBezTo>
                  <a:pt x="204763" y="1950"/>
                  <a:pt x="218414" y="5416"/>
                  <a:pt x="229850" y="15010"/>
                </a:cubicBezTo>
                <a:cubicBezTo>
                  <a:pt x="244317" y="27180"/>
                  <a:pt x="249325" y="43944"/>
                  <a:pt x="250086" y="62114"/>
                </a:cubicBezTo>
                <a:cubicBezTo>
                  <a:pt x="251928" y="106765"/>
                  <a:pt x="251799" y="151442"/>
                  <a:pt x="250086" y="196107"/>
                </a:cubicBezTo>
                <a:cubicBezTo>
                  <a:pt x="249624" y="208487"/>
                  <a:pt x="247042" y="220515"/>
                  <a:pt x="240444" y="231129"/>
                </a:cubicBezTo>
                <a:cubicBezTo>
                  <a:pt x="228743" y="249979"/>
                  <a:pt x="210525" y="255917"/>
                  <a:pt x="190051" y="257120"/>
                </a:cubicBezTo>
                <a:cubicBezTo>
                  <a:pt x="168728" y="258296"/>
                  <a:pt x="147140" y="258166"/>
                  <a:pt x="125593" y="258071"/>
                </a:cubicBezTo>
                <a:cubicBezTo>
                  <a:pt x="101899" y="257942"/>
                  <a:pt x="78116" y="259158"/>
                  <a:pt x="54571" y="256230"/>
                </a:cubicBezTo>
                <a:cubicBezTo>
                  <a:pt x="20683" y="252017"/>
                  <a:pt x="2744" y="231550"/>
                  <a:pt x="1344" y="196351"/>
                </a:cubicBezTo>
                <a:cubicBezTo>
                  <a:pt x="-449" y="151470"/>
                  <a:pt x="-449" y="106602"/>
                  <a:pt x="1344" y="61747"/>
                </a:cubicBezTo>
                <a:cubicBezTo>
                  <a:pt x="2004" y="45792"/>
                  <a:pt x="6067" y="30755"/>
                  <a:pt x="17490" y="18829"/>
                </a:cubicBezTo>
                <a:cubicBezTo>
                  <a:pt x="29327" y="6387"/>
                  <a:pt x="44514" y="2066"/>
                  <a:pt x="60666" y="1366"/>
                </a:cubicBezTo>
                <a:cubicBezTo>
                  <a:pt x="82301" y="455"/>
                  <a:pt x="103930" y="0"/>
                  <a:pt x="125566" y="0"/>
                </a:cubicBezTo>
                <a:close/>
              </a:path>
            </a:pathLst>
          </a:custGeom>
          <a:solidFill>
            <a:schemeClr val="accent1"/>
          </a:solidFill>
        </p:spPr>
        <p:txBody>
          <a:bodyPr wrap="square">
            <a:noAutofit/>
          </a:bodyPr>
          <a:lstStyle>
            <a:lvl1pPr>
              <a:defRPr>
                <a:solidFill>
                  <a:schemeClr val="accent1"/>
                </a:solidFill>
              </a:defRPr>
            </a:lvl1pPr>
          </a:lstStyle>
          <a:p>
            <a:pPr lvl="0"/>
            <a:r>
              <a:rPr lang="en-US" dirty="0"/>
              <a:t> </a:t>
            </a:r>
            <a:endParaRPr lang="en-AU" dirty="0"/>
          </a:p>
        </p:txBody>
      </p:sp>
      <p:sp>
        <p:nvSpPr>
          <p:cNvPr id="70" name="Text Placeholder 69">
            <a:extLst>
              <a:ext uri="{FF2B5EF4-FFF2-40B4-BE49-F238E27FC236}">
                <a16:creationId xmlns:a16="http://schemas.microsoft.com/office/drawing/2014/main" id="{E78C0BDD-99F2-43E0-A486-A50E5712E47F}"/>
              </a:ext>
            </a:extLst>
          </p:cNvPr>
          <p:cNvSpPr>
            <a:spLocks noGrp="1"/>
          </p:cNvSpPr>
          <p:nvPr>
            <p:ph type="body" sz="quarter" idx="22" hasCustomPrompt="1"/>
          </p:nvPr>
        </p:nvSpPr>
        <p:spPr>
          <a:xfrm>
            <a:off x="2689841" y="4796544"/>
            <a:ext cx="258194" cy="258201"/>
          </a:xfrm>
          <a:custGeom>
            <a:avLst/>
            <a:gdLst>
              <a:gd name="connsiteX0" fmla="*/ 45887 w 258194"/>
              <a:gd name="connsiteY0" fmla="*/ 94832 h 258201"/>
              <a:gd name="connsiteX1" fmla="*/ 37312 w 258194"/>
              <a:gd name="connsiteY1" fmla="*/ 103408 h 258201"/>
              <a:gd name="connsiteX2" fmla="*/ 37312 w 258194"/>
              <a:gd name="connsiteY2" fmla="*/ 221344 h 258201"/>
              <a:gd name="connsiteX3" fmla="*/ 45745 w 258194"/>
              <a:gd name="connsiteY3" fmla="*/ 229777 h 258201"/>
              <a:gd name="connsiteX4" fmla="*/ 70968 w 258194"/>
              <a:gd name="connsiteY4" fmla="*/ 229777 h 258201"/>
              <a:gd name="connsiteX5" fmla="*/ 79863 w 258194"/>
              <a:gd name="connsiteY5" fmla="*/ 220834 h 258201"/>
              <a:gd name="connsiteX6" fmla="*/ 79876 w 258194"/>
              <a:gd name="connsiteY6" fmla="*/ 162363 h 258201"/>
              <a:gd name="connsiteX7" fmla="*/ 79876 w 258194"/>
              <a:gd name="connsiteY7" fmla="*/ 103136 h 258201"/>
              <a:gd name="connsiteX8" fmla="*/ 71614 w 258194"/>
              <a:gd name="connsiteY8" fmla="*/ 94832 h 258201"/>
              <a:gd name="connsiteX9" fmla="*/ 45887 w 258194"/>
              <a:gd name="connsiteY9" fmla="*/ 94832 h 258201"/>
              <a:gd name="connsiteX10" fmla="*/ 171617 w 258194"/>
              <a:gd name="connsiteY10" fmla="*/ 93535 h 258201"/>
              <a:gd name="connsiteX11" fmla="*/ 152374 w 258194"/>
              <a:gd name="connsiteY11" fmla="*/ 100466 h 258201"/>
              <a:gd name="connsiteX12" fmla="*/ 141630 w 258194"/>
              <a:gd name="connsiteY12" fmla="*/ 110556 h 258201"/>
              <a:gd name="connsiteX13" fmla="*/ 141630 w 258194"/>
              <a:gd name="connsiteY13" fmla="*/ 102287 h 258201"/>
              <a:gd name="connsiteX14" fmla="*/ 134156 w 258194"/>
              <a:gd name="connsiteY14" fmla="*/ 94832 h 258201"/>
              <a:gd name="connsiteX15" fmla="*/ 106921 w 258194"/>
              <a:gd name="connsiteY15" fmla="*/ 94832 h 258201"/>
              <a:gd name="connsiteX16" fmla="*/ 99025 w 258194"/>
              <a:gd name="connsiteY16" fmla="*/ 102627 h 258201"/>
              <a:gd name="connsiteX17" fmla="*/ 99025 w 258194"/>
              <a:gd name="connsiteY17" fmla="*/ 221888 h 258201"/>
              <a:gd name="connsiteX18" fmla="*/ 106833 w 258194"/>
              <a:gd name="connsiteY18" fmla="*/ 229770 h 258201"/>
              <a:gd name="connsiteX19" fmla="*/ 133306 w 258194"/>
              <a:gd name="connsiteY19" fmla="*/ 229770 h 258201"/>
              <a:gd name="connsiteX20" fmla="*/ 141630 w 258194"/>
              <a:gd name="connsiteY20" fmla="*/ 221391 h 258201"/>
              <a:gd name="connsiteX21" fmla="*/ 141671 w 258194"/>
              <a:gd name="connsiteY21" fmla="*/ 159617 h 258201"/>
              <a:gd name="connsiteX22" fmla="*/ 149085 w 258194"/>
              <a:gd name="connsiteY22" fmla="*/ 136786 h 258201"/>
              <a:gd name="connsiteX23" fmla="*/ 184902 w 258194"/>
              <a:gd name="connsiteY23" fmla="*/ 142412 h 258201"/>
              <a:gd name="connsiteX24" fmla="*/ 187579 w 258194"/>
              <a:gd name="connsiteY24" fmla="*/ 158985 h 258201"/>
              <a:gd name="connsiteX25" fmla="*/ 187579 w 258194"/>
              <a:gd name="connsiteY25" fmla="*/ 222268 h 258201"/>
              <a:gd name="connsiteX26" fmla="*/ 194952 w 258194"/>
              <a:gd name="connsiteY26" fmla="*/ 229750 h 258201"/>
              <a:gd name="connsiteX27" fmla="*/ 223702 w 258194"/>
              <a:gd name="connsiteY27" fmla="*/ 229750 h 258201"/>
              <a:gd name="connsiteX28" fmla="*/ 231074 w 258194"/>
              <a:gd name="connsiteY28" fmla="*/ 222282 h 258201"/>
              <a:gd name="connsiteX29" fmla="*/ 230966 w 258194"/>
              <a:gd name="connsiteY29" fmla="*/ 154956 h 258201"/>
              <a:gd name="connsiteX30" fmla="*/ 225414 w 258194"/>
              <a:gd name="connsiteY30" fmla="*/ 120321 h 258201"/>
              <a:gd name="connsiteX31" fmla="*/ 198594 w 258194"/>
              <a:gd name="connsiteY31" fmla="*/ 95050 h 258201"/>
              <a:gd name="connsiteX32" fmla="*/ 171617 w 258194"/>
              <a:gd name="connsiteY32" fmla="*/ 93535 h 258201"/>
              <a:gd name="connsiteX33" fmla="*/ 58560 w 258194"/>
              <a:gd name="connsiteY33" fmla="*/ 28465 h 258201"/>
              <a:gd name="connsiteX34" fmla="*/ 31203 w 258194"/>
              <a:gd name="connsiteY34" fmla="*/ 56005 h 258201"/>
              <a:gd name="connsiteX35" fmla="*/ 31203 w 258194"/>
              <a:gd name="connsiteY35" fmla="*/ 56128 h 258201"/>
              <a:gd name="connsiteX36" fmla="*/ 58744 w 258194"/>
              <a:gd name="connsiteY36" fmla="*/ 83369 h 258201"/>
              <a:gd name="connsiteX37" fmla="*/ 86101 w 258194"/>
              <a:gd name="connsiteY37" fmla="*/ 55829 h 258201"/>
              <a:gd name="connsiteX38" fmla="*/ 58560 w 258194"/>
              <a:gd name="connsiteY38" fmla="*/ 28465 h 258201"/>
              <a:gd name="connsiteX39" fmla="*/ 18150 w 258194"/>
              <a:gd name="connsiteY39" fmla="*/ 0 h 258201"/>
              <a:gd name="connsiteX40" fmla="*/ 240044 w 258194"/>
              <a:gd name="connsiteY40" fmla="*/ 0 h 258201"/>
              <a:gd name="connsiteX41" fmla="*/ 241369 w 258194"/>
              <a:gd name="connsiteY41" fmla="*/ 1006 h 258201"/>
              <a:gd name="connsiteX42" fmla="*/ 257188 w 258194"/>
              <a:gd name="connsiteY42" fmla="*/ 16825 h 258201"/>
              <a:gd name="connsiteX43" fmla="*/ 258194 w 258194"/>
              <a:gd name="connsiteY43" fmla="*/ 18150 h 258201"/>
              <a:gd name="connsiteX44" fmla="*/ 258194 w 258194"/>
              <a:gd name="connsiteY44" fmla="*/ 240044 h 258201"/>
              <a:gd name="connsiteX45" fmla="*/ 257188 w 258194"/>
              <a:gd name="connsiteY45" fmla="*/ 241376 h 258201"/>
              <a:gd name="connsiteX46" fmla="*/ 241369 w 258194"/>
              <a:gd name="connsiteY46" fmla="*/ 257188 h 258201"/>
              <a:gd name="connsiteX47" fmla="*/ 240044 w 258194"/>
              <a:gd name="connsiteY47" fmla="*/ 258201 h 258201"/>
              <a:gd name="connsiteX48" fmla="*/ 18157 w 258194"/>
              <a:gd name="connsiteY48" fmla="*/ 258201 h 258201"/>
              <a:gd name="connsiteX49" fmla="*/ 16831 w 258194"/>
              <a:gd name="connsiteY49" fmla="*/ 257188 h 258201"/>
              <a:gd name="connsiteX50" fmla="*/ 1012 w 258194"/>
              <a:gd name="connsiteY50" fmla="*/ 241376 h 258201"/>
              <a:gd name="connsiteX51" fmla="*/ 0 w 258194"/>
              <a:gd name="connsiteY51" fmla="*/ 240044 h 258201"/>
              <a:gd name="connsiteX52" fmla="*/ 0 w 258194"/>
              <a:gd name="connsiteY52" fmla="*/ 18150 h 258201"/>
              <a:gd name="connsiteX53" fmla="*/ 1006 w 258194"/>
              <a:gd name="connsiteY53" fmla="*/ 16825 h 258201"/>
              <a:gd name="connsiteX54" fmla="*/ 16825 w 258194"/>
              <a:gd name="connsiteY54" fmla="*/ 1006 h 258201"/>
              <a:gd name="connsiteX55" fmla="*/ 18150 w 258194"/>
              <a:gd name="connsiteY55" fmla="*/ 0 h 258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258194" h="258201">
                <a:moveTo>
                  <a:pt x="45887" y="94832"/>
                </a:moveTo>
                <a:cubicBezTo>
                  <a:pt x="39840" y="94832"/>
                  <a:pt x="37312" y="97320"/>
                  <a:pt x="37312" y="103408"/>
                </a:cubicBezTo>
                <a:cubicBezTo>
                  <a:pt x="37312" y="142718"/>
                  <a:pt x="37312" y="182027"/>
                  <a:pt x="37312" y="221344"/>
                </a:cubicBezTo>
                <a:cubicBezTo>
                  <a:pt x="37312" y="227269"/>
                  <a:pt x="39799" y="229763"/>
                  <a:pt x="45745" y="229777"/>
                </a:cubicBezTo>
                <a:cubicBezTo>
                  <a:pt x="54150" y="229797"/>
                  <a:pt x="62556" y="229797"/>
                  <a:pt x="70968" y="229777"/>
                </a:cubicBezTo>
                <a:cubicBezTo>
                  <a:pt x="77627" y="229777"/>
                  <a:pt x="79863" y="227527"/>
                  <a:pt x="79863" y="220834"/>
                </a:cubicBezTo>
                <a:cubicBezTo>
                  <a:pt x="79876" y="201346"/>
                  <a:pt x="79883" y="181851"/>
                  <a:pt x="79876" y="162363"/>
                </a:cubicBezTo>
                <a:cubicBezTo>
                  <a:pt x="79876" y="142623"/>
                  <a:pt x="79876" y="122883"/>
                  <a:pt x="79876" y="103136"/>
                </a:cubicBezTo>
                <a:cubicBezTo>
                  <a:pt x="79876" y="97333"/>
                  <a:pt x="77356" y="94840"/>
                  <a:pt x="71614" y="94832"/>
                </a:cubicBezTo>
                <a:cubicBezTo>
                  <a:pt x="63045" y="94832"/>
                  <a:pt x="54470" y="94832"/>
                  <a:pt x="45887" y="94832"/>
                </a:cubicBezTo>
                <a:close/>
                <a:moveTo>
                  <a:pt x="171617" y="93535"/>
                </a:moveTo>
                <a:cubicBezTo>
                  <a:pt x="164686" y="94432"/>
                  <a:pt x="158197" y="96511"/>
                  <a:pt x="152374" y="100466"/>
                </a:cubicBezTo>
                <a:cubicBezTo>
                  <a:pt x="148317" y="103231"/>
                  <a:pt x="145076" y="106826"/>
                  <a:pt x="141630" y="110556"/>
                </a:cubicBezTo>
                <a:cubicBezTo>
                  <a:pt x="141630" y="107798"/>
                  <a:pt x="141630" y="105046"/>
                  <a:pt x="141630" y="102287"/>
                </a:cubicBezTo>
                <a:cubicBezTo>
                  <a:pt x="141583" y="97394"/>
                  <a:pt x="139055" y="94846"/>
                  <a:pt x="134156" y="94832"/>
                </a:cubicBezTo>
                <a:cubicBezTo>
                  <a:pt x="125078" y="94812"/>
                  <a:pt x="115999" y="94812"/>
                  <a:pt x="106921" y="94832"/>
                </a:cubicBezTo>
                <a:cubicBezTo>
                  <a:pt x="101512" y="94832"/>
                  <a:pt x="99025" y="97265"/>
                  <a:pt x="99025" y="102627"/>
                </a:cubicBezTo>
                <a:cubicBezTo>
                  <a:pt x="99025" y="142378"/>
                  <a:pt x="99025" y="182129"/>
                  <a:pt x="99025" y="221888"/>
                </a:cubicBezTo>
                <a:cubicBezTo>
                  <a:pt x="99025" y="227330"/>
                  <a:pt x="101431" y="229750"/>
                  <a:pt x="106833" y="229770"/>
                </a:cubicBezTo>
                <a:cubicBezTo>
                  <a:pt x="115659" y="229790"/>
                  <a:pt x="124480" y="229790"/>
                  <a:pt x="133306" y="229770"/>
                </a:cubicBezTo>
                <a:cubicBezTo>
                  <a:pt x="139402" y="229770"/>
                  <a:pt x="141624" y="227514"/>
                  <a:pt x="141630" y="221391"/>
                </a:cubicBezTo>
                <a:cubicBezTo>
                  <a:pt x="141630" y="200802"/>
                  <a:pt x="141549" y="180206"/>
                  <a:pt x="141671" y="159617"/>
                </a:cubicBezTo>
                <a:cubicBezTo>
                  <a:pt x="141719" y="151286"/>
                  <a:pt x="143981" y="143567"/>
                  <a:pt x="149085" y="136786"/>
                </a:cubicBezTo>
                <a:cubicBezTo>
                  <a:pt x="156919" y="126376"/>
                  <a:pt x="178983" y="125900"/>
                  <a:pt x="184902" y="142412"/>
                </a:cubicBezTo>
                <a:cubicBezTo>
                  <a:pt x="186743" y="147739"/>
                  <a:pt x="187647" y="153345"/>
                  <a:pt x="187579" y="158985"/>
                </a:cubicBezTo>
                <a:cubicBezTo>
                  <a:pt x="187633" y="180077"/>
                  <a:pt x="187579" y="201176"/>
                  <a:pt x="187579" y="222268"/>
                </a:cubicBezTo>
                <a:cubicBezTo>
                  <a:pt x="187579" y="227242"/>
                  <a:pt x="189984" y="229729"/>
                  <a:pt x="194952" y="229750"/>
                </a:cubicBezTo>
                <a:cubicBezTo>
                  <a:pt x="204533" y="229797"/>
                  <a:pt x="214114" y="229797"/>
                  <a:pt x="223702" y="229750"/>
                </a:cubicBezTo>
                <a:cubicBezTo>
                  <a:pt x="228676" y="229750"/>
                  <a:pt x="231074" y="227276"/>
                  <a:pt x="231074" y="222282"/>
                </a:cubicBezTo>
                <a:cubicBezTo>
                  <a:pt x="231074" y="199837"/>
                  <a:pt x="231156" y="177387"/>
                  <a:pt x="230966" y="154956"/>
                </a:cubicBezTo>
                <a:cubicBezTo>
                  <a:pt x="230864" y="143166"/>
                  <a:pt x="229811" y="131452"/>
                  <a:pt x="225414" y="120321"/>
                </a:cubicBezTo>
                <a:cubicBezTo>
                  <a:pt x="220433" y="107709"/>
                  <a:pt x="211878" y="98842"/>
                  <a:pt x="198594" y="95050"/>
                </a:cubicBezTo>
                <a:cubicBezTo>
                  <a:pt x="189726" y="92522"/>
                  <a:pt x="180702" y="92359"/>
                  <a:pt x="171617" y="93535"/>
                </a:cubicBezTo>
                <a:close/>
                <a:moveTo>
                  <a:pt x="58560" y="28465"/>
                </a:moveTo>
                <a:cubicBezTo>
                  <a:pt x="43400" y="28513"/>
                  <a:pt x="31149" y="40846"/>
                  <a:pt x="31203" y="56005"/>
                </a:cubicBezTo>
                <a:cubicBezTo>
                  <a:pt x="31203" y="56046"/>
                  <a:pt x="31203" y="56087"/>
                  <a:pt x="31203" y="56128"/>
                </a:cubicBezTo>
                <a:cubicBezTo>
                  <a:pt x="31332" y="71233"/>
                  <a:pt x="43638" y="83403"/>
                  <a:pt x="58744" y="83369"/>
                </a:cubicBezTo>
                <a:cubicBezTo>
                  <a:pt x="73904" y="83322"/>
                  <a:pt x="86155" y="70989"/>
                  <a:pt x="86101" y="55829"/>
                </a:cubicBezTo>
                <a:cubicBezTo>
                  <a:pt x="86053" y="40662"/>
                  <a:pt x="73720" y="28417"/>
                  <a:pt x="58560" y="28465"/>
                </a:cubicBezTo>
                <a:close/>
                <a:moveTo>
                  <a:pt x="18150" y="0"/>
                </a:moveTo>
                <a:lnTo>
                  <a:pt x="240044" y="0"/>
                </a:lnTo>
                <a:cubicBezTo>
                  <a:pt x="239996" y="965"/>
                  <a:pt x="240839" y="843"/>
                  <a:pt x="241369" y="1006"/>
                </a:cubicBezTo>
                <a:cubicBezTo>
                  <a:pt x="249387" y="3540"/>
                  <a:pt x="254653" y="8813"/>
                  <a:pt x="257188" y="16825"/>
                </a:cubicBezTo>
                <a:cubicBezTo>
                  <a:pt x="257358" y="17355"/>
                  <a:pt x="257229" y="18198"/>
                  <a:pt x="258194" y="18150"/>
                </a:cubicBezTo>
                <a:lnTo>
                  <a:pt x="258194" y="240044"/>
                </a:lnTo>
                <a:cubicBezTo>
                  <a:pt x="257222" y="240003"/>
                  <a:pt x="257351" y="240846"/>
                  <a:pt x="257188" y="241376"/>
                </a:cubicBezTo>
                <a:cubicBezTo>
                  <a:pt x="254647" y="249394"/>
                  <a:pt x="249380" y="254661"/>
                  <a:pt x="241369" y="257188"/>
                </a:cubicBezTo>
                <a:cubicBezTo>
                  <a:pt x="240866" y="257358"/>
                  <a:pt x="239996" y="257236"/>
                  <a:pt x="240044" y="258201"/>
                </a:cubicBezTo>
                <a:lnTo>
                  <a:pt x="18157" y="258201"/>
                </a:lnTo>
                <a:cubicBezTo>
                  <a:pt x="18197" y="257229"/>
                  <a:pt x="17361" y="257358"/>
                  <a:pt x="16831" y="257188"/>
                </a:cubicBezTo>
                <a:cubicBezTo>
                  <a:pt x="8813" y="254653"/>
                  <a:pt x="3540" y="249380"/>
                  <a:pt x="1012" y="241376"/>
                </a:cubicBezTo>
                <a:cubicBezTo>
                  <a:pt x="843" y="240860"/>
                  <a:pt x="972" y="240003"/>
                  <a:pt x="0" y="240044"/>
                </a:cubicBezTo>
                <a:lnTo>
                  <a:pt x="0" y="18150"/>
                </a:lnTo>
                <a:cubicBezTo>
                  <a:pt x="972" y="18198"/>
                  <a:pt x="843" y="17355"/>
                  <a:pt x="1006" y="16825"/>
                </a:cubicBezTo>
                <a:cubicBezTo>
                  <a:pt x="3547" y="8807"/>
                  <a:pt x="8813" y="3534"/>
                  <a:pt x="16825" y="1006"/>
                </a:cubicBezTo>
                <a:cubicBezTo>
                  <a:pt x="17355" y="836"/>
                  <a:pt x="18197" y="965"/>
                  <a:pt x="18150" y="0"/>
                </a:cubicBezTo>
                <a:close/>
              </a:path>
            </a:pathLst>
          </a:custGeom>
          <a:solidFill>
            <a:schemeClr val="accent1"/>
          </a:solidFill>
        </p:spPr>
        <p:txBody>
          <a:bodyPr wrap="square">
            <a:noAutofit/>
          </a:bodyPr>
          <a:lstStyle>
            <a:lvl1pPr>
              <a:defRPr>
                <a:solidFill>
                  <a:schemeClr val="accent1"/>
                </a:solidFill>
              </a:defRPr>
            </a:lvl1pPr>
          </a:lstStyle>
          <a:p>
            <a:pPr lvl="0"/>
            <a:r>
              <a:rPr lang="en-US" dirty="0"/>
              <a:t> </a:t>
            </a:r>
            <a:endParaRPr lang="en-AU" dirty="0"/>
          </a:p>
        </p:txBody>
      </p:sp>
      <p:sp>
        <p:nvSpPr>
          <p:cNvPr id="72" name="Text Placeholder 71">
            <a:extLst>
              <a:ext uri="{FF2B5EF4-FFF2-40B4-BE49-F238E27FC236}">
                <a16:creationId xmlns:a16="http://schemas.microsoft.com/office/drawing/2014/main" id="{751850F8-1596-48EC-9EF7-59E146FE07BD}"/>
              </a:ext>
            </a:extLst>
          </p:cNvPr>
          <p:cNvSpPr>
            <a:spLocks noGrp="1"/>
          </p:cNvSpPr>
          <p:nvPr>
            <p:ph type="body" sz="quarter" idx="23" hasCustomPrompt="1"/>
          </p:nvPr>
        </p:nvSpPr>
        <p:spPr>
          <a:xfrm>
            <a:off x="3223781" y="4826348"/>
            <a:ext cx="295956" cy="207384"/>
          </a:xfrm>
          <a:custGeom>
            <a:avLst/>
            <a:gdLst>
              <a:gd name="connsiteX0" fmla="*/ 118814 w 295956"/>
              <a:gd name="connsiteY0" fmla="*/ 60487 h 207384"/>
              <a:gd name="connsiteX1" fmla="*/ 118814 w 295956"/>
              <a:gd name="connsiteY1" fmla="*/ 147977 h 207384"/>
              <a:gd name="connsiteX2" fmla="*/ 195503 w 295956"/>
              <a:gd name="connsiteY2" fmla="*/ 104772 h 207384"/>
              <a:gd name="connsiteX3" fmla="*/ 147978 w 295956"/>
              <a:gd name="connsiteY3" fmla="*/ 0 h 207384"/>
              <a:gd name="connsiteX4" fmla="*/ 263551 w 295956"/>
              <a:gd name="connsiteY4" fmla="*/ 6480 h 207384"/>
              <a:gd name="connsiteX5" fmla="*/ 289475 w 295956"/>
              <a:gd name="connsiteY5" fmla="*/ 32403 h 207384"/>
              <a:gd name="connsiteX6" fmla="*/ 295956 w 295956"/>
              <a:gd name="connsiteY6" fmla="*/ 103692 h 207384"/>
              <a:gd name="connsiteX7" fmla="*/ 289475 w 295956"/>
              <a:gd name="connsiteY7" fmla="*/ 174980 h 207384"/>
              <a:gd name="connsiteX8" fmla="*/ 263551 w 295956"/>
              <a:gd name="connsiteY8" fmla="*/ 200903 h 207384"/>
              <a:gd name="connsiteX9" fmla="*/ 147978 w 295956"/>
              <a:gd name="connsiteY9" fmla="*/ 207384 h 207384"/>
              <a:gd name="connsiteX10" fmla="*/ 32404 w 295956"/>
              <a:gd name="connsiteY10" fmla="*/ 200903 h 207384"/>
              <a:gd name="connsiteX11" fmla="*/ 6480 w 295956"/>
              <a:gd name="connsiteY11" fmla="*/ 174980 h 207384"/>
              <a:gd name="connsiteX12" fmla="*/ 0 w 295956"/>
              <a:gd name="connsiteY12" fmla="*/ 103692 h 207384"/>
              <a:gd name="connsiteX13" fmla="*/ 6480 w 295956"/>
              <a:gd name="connsiteY13" fmla="*/ 32403 h 207384"/>
              <a:gd name="connsiteX14" fmla="*/ 32404 w 295956"/>
              <a:gd name="connsiteY14" fmla="*/ 6480 h 207384"/>
              <a:gd name="connsiteX15" fmla="*/ 147978 w 295956"/>
              <a:gd name="connsiteY15" fmla="*/ 0 h 207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95956" h="207384">
                <a:moveTo>
                  <a:pt x="118814" y="60487"/>
                </a:moveTo>
                <a:lnTo>
                  <a:pt x="118814" y="147977"/>
                </a:lnTo>
                <a:lnTo>
                  <a:pt x="195503" y="104772"/>
                </a:lnTo>
                <a:close/>
                <a:moveTo>
                  <a:pt x="147978" y="0"/>
                </a:moveTo>
                <a:cubicBezTo>
                  <a:pt x="147978" y="0"/>
                  <a:pt x="240868" y="0"/>
                  <a:pt x="263551" y="6480"/>
                </a:cubicBezTo>
                <a:cubicBezTo>
                  <a:pt x="276512" y="9721"/>
                  <a:pt x="286234" y="19442"/>
                  <a:pt x="289475" y="32403"/>
                </a:cubicBezTo>
                <a:cubicBezTo>
                  <a:pt x="295956" y="55086"/>
                  <a:pt x="295956" y="103692"/>
                  <a:pt x="295956" y="103692"/>
                </a:cubicBezTo>
                <a:cubicBezTo>
                  <a:pt x="295956" y="103692"/>
                  <a:pt x="295956" y="152297"/>
                  <a:pt x="289475" y="174980"/>
                </a:cubicBezTo>
                <a:cubicBezTo>
                  <a:pt x="286234" y="187941"/>
                  <a:pt x="276512" y="197662"/>
                  <a:pt x="263551" y="200903"/>
                </a:cubicBezTo>
                <a:cubicBezTo>
                  <a:pt x="239789" y="207384"/>
                  <a:pt x="147978" y="207384"/>
                  <a:pt x="147978" y="207384"/>
                </a:cubicBezTo>
                <a:cubicBezTo>
                  <a:pt x="147978" y="207384"/>
                  <a:pt x="55086" y="207384"/>
                  <a:pt x="32404" y="200903"/>
                </a:cubicBezTo>
                <a:cubicBezTo>
                  <a:pt x="19442" y="197662"/>
                  <a:pt x="9721" y="187941"/>
                  <a:pt x="6480" y="174980"/>
                </a:cubicBezTo>
                <a:cubicBezTo>
                  <a:pt x="0" y="152297"/>
                  <a:pt x="0" y="103692"/>
                  <a:pt x="0" y="103692"/>
                </a:cubicBezTo>
                <a:cubicBezTo>
                  <a:pt x="0" y="103692"/>
                  <a:pt x="0" y="55086"/>
                  <a:pt x="6480" y="32403"/>
                </a:cubicBezTo>
                <a:cubicBezTo>
                  <a:pt x="9721" y="19442"/>
                  <a:pt x="19442" y="9721"/>
                  <a:pt x="32404" y="6480"/>
                </a:cubicBezTo>
                <a:cubicBezTo>
                  <a:pt x="56166" y="0"/>
                  <a:pt x="147978" y="0"/>
                  <a:pt x="147978" y="0"/>
                </a:cubicBezTo>
                <a:close/>
              </a:path>
            </a:pathLst>
          </a:custGeom>
          <a:solidFill>
            <a:schemeClr val="accent1"/>
          </a:solidFill>
        </p:spPr>
        <p:txBody>
          <a:bodyPr wrap="square">
            <a:noAutofit/>
          </a:bodyPr>
          <a:lstStyle>
            <a:lvl1pPr>
              <a:defRPr>
                <a:solidFill>
                  <a:schemeClr val="accent1"/>
                </a:solidFill>
              </a:defRPr>
            </a:lvl1pPr>
          </a:lstStyle>
          <a:p>
            <a:pPr lvl="0"/>
            <a:r>
              <a:rPr lang="en-US" dirty="0"/>
              <a:t> </a:t>
            </a:r>
            <a:endParaRPr lang="en-AU" dirty="0"/>
          </a:p>
        </p:txBody>
      </p:sp>
    </p:spTree>
    <p:extLst>
      <p:ext uri="{BB962C8B-B14F-4D97-AF65-F5344CB8AC3E}">
        <p14:creationId xmlns:p14="http://schemas.microsoft.com/office/powerpoint/2010/main" val="305954707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70AB0E-CA47-7A58-A138-441CEE01C2D8}"/>
              </a:ext>
            </a:extLst>
          </p:cNvPr>
          <p:cNvSpPr>
            <a:spLocks noGrp="1"/>
          </p:cNvSpPr>
          <p:nvPr>
            <p:ph type="title"/>
          </p:nvPr>
        </p:nvSpPr>
        <p:spPr/>
        <p:txBody>
          <a:bodyPr/>
          <a:lstStyle/>
          <a:p>
            <a:r>
              <a:rPr lang="en-GB"/>
              <a:t>Click to edit Master title style</a:t>
            </a:r>
            <a:endParaRPr lang="en-AU"/>
          </a:p>
        </p:txBody>
      </p:sp>
      <p:sp>
        <p:nvSpPr>
          <p:cNvPr id="3" name="Footer Placeholder 2">
            <a:extLst>
              <a:ext uri="{FF2B5EF4-FFF2-40B4-BE49-F238E27FC236}">
                <a16:creationId xmlns:a16="http://schemas.microsoft.com/office/drawing/2014/main" id="{2C6E49C2-98EE-3A76-2594-09D5B7B3DFEE}"/>
              </a:ext>
            </a:extLst>
          </p:cNvPr>
          <p:cNvSpPr>
            <a:spLocks noGrp="1"/>
          </p:cNvSpPr>
          <p:nvPr>
            <p:ph type="ftr" sz="quarter" idx="10"/>
          </p:nvPr>
        </p:nvSpPr>
        <p:spPr/>
        <p:txBody>
          <a:bodyPr/>
          <a:lstStyle/>
          <a:p>
            <a:endParaRPr lang="en-AU" dirty="0"/>
          </a:p>
        </p:txBody>
      </p:sp>
      <p:sp>
        <p:nvSpPr>
          <p:cNvPr id="4" name="Slide Number Placeholder 3">
            <a:extLst>
              <a:ext uri="{FF2B5EF4-FFF2-40B4-BE49-F238E27FC236}">
                <a16:creationId xmlns:a16="http://schemas.microsoft.com/office/drawing/2014/main" id="{5C86B46B-6883-6097-247E-771BA8707A43}"/>
              </a:ext>
            </a:extLst>
          </p:cNvPr>
          <p:cNvSpPr>
            <a:spLocks noGrp="1"/>
          </p:cNvSpPr>
          <p:nvPr>
            <p:ph type="sldNum" sz="quarter" idx="11"/>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42767820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5325" y="817036"/>
            <a:ext cx="9576000" cy="469056"/>
          </a:xfrm>
          <a:prstGeom prst="rect">
            <a:avLst/>
          </a:prstGeom>
        </p:spPr>
        <p:txBody>
          <a:bodyPr vert="horz" lIns="0" tIns="0" rIns="0" bIns="0" rtlCol="0" anchor="t" anchorCtr="0">
            <a:noAutofit/>
          </a:bodyPr>
          <a:lstStyle/>
          <a:p>
            <a:r>
              <a:rPr lang="en-US" dirty="0"/>
              <a:t>[Title]</a:t>
            </a:r>
            <a:endParaRPr lang="en-AU" dirty="0"/>
          </a:p>
        </p:txBody>
      </p:sp>
      <p:sp>
        <p:nvSpPr>
          <p:cNvPr id="6" name="Footer Placeholder 4"/>
          <p:cNvSpPr>
            <a:spLocks noGrp="1"/>
          </p:cNvSpPr>
          <p:nvPr>
            <p:ph type="ftr" sz="quarter" idx="3"/>
          </p:nvPr>
        </p:nvSpPr>
        <p:spPr>
          <a:xfrm>
            <a:off x="695326" y="6526800"/>
            <a:ext cx="3360109" cy="108000"/>
          </a:xfrm>
          <a:prstGeom prst="rect">
            <a:avLst/>
          </a:prstGeom>
        </p:spPr>
        <p:txBody>
          <a:bodyPr vert="horz" lIns="0" tIns="0" rIns="0" bIns="0" rtlCol="0" anchor="ctr"/>
          <a:lstStyle>
            <a:lvl1pPr algn="l">
              <a:defRPr sz="800" b="0">
                <a:solidFill>
                  <a:schemeClr val="tx1"/>
                </a:solidFill>
              </a:defRPr>
            </a:lvl1pPr>
          </a:lstStyle>
          <a:p>
            <a:endParaRPr lang="en-AU" dirty="0"/>
          </a:p>
        </p:txBody>
      </p:sp>
      <p:sp>
        <p:nvSpPr>
          <p:cNvPr id="7" name="Slide Number Placeholder 5"/>
          <p:cNvSpPr>
            <a:spLocks noGrp="1"/>
          </p:cNvSpPr>
          <p:nvPr>
            <p:ph type="sldNum" sz="quarter" idx="4"/>
          </p:nvPr>
        </p:nvSpPr>
        <p:spPr>
          <a:xfrm>
            <a:off x="11499650" y="6535036"/>
            <a:ext cx="288032" cy="108000"/>
          </a:xfrm>
          <a:prstGeom prst="rect">
            <a:avLst/>
          </a:prstGeom>
        </p:spPr>
        <p:txBody>
          <a:bodyPr vert="horz" lIns="0" tIns="0" rIns="0" bIns="0" rtlCol="0" anchor="ctr"/>
          <a:lstStyle>
            <a:lvl1pPr algn="r">
              <a:defRPr sz="800">
                <a:solidFill>
                  <a:schemeClr val="tx1"/>
                </a:solidFill>
              </a:defRPr>
            </a:lvl1pPr>
          </a:lstStyle>
          <a:p>
            <a:fld id="{E917DE0E-AFB1-41FD-BC35-27DB61CA125F}" type="slidenum">
              <a:rPr lang="en-AU" smtClean="0"/>
              <a:pPr/>
              <a:t>‹#›</a:t>
            </a:fld>
            <a:endParaRPr lang="en-AU" dirty="0"/>
          </a:p>
        </p:txBody>
      </p:sp>
      <p:sp>
        <p:nvSpPr>
          <p:cNvPr id="5" name="Text Placeholder 4">
            <a:extLst>
              <a:ext uri="{FF2B5EF4-FFF2-40B4-BE49-F238E27FC236}">
                <a16:creationId xmlns:a16="http://schemas.microsoft.com/office/drawing/2014/main" id="{F7B3D40D-3A3C-4C3B-B5E3-57416DC62D0A}"/>
              </a:ext>
            </a:extLst>
          </p:cNvPr>
          <p:cNvSpPr>
            <a:spLocks noGrp="1"/>
          </p:cNvSpPr>
          <p:nvPr>
            <p:ph type="body" idx="1"/>
          </p:nvPr>
        </p:nvSpPr>
        <p:spPr>
          <a:xfrm>
            <a:off x="695325" y="2030400"/>
            <a:ext cx="9576000" cy="3671887"/>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pic>
        <p:nvPicPr>
          <p:cNvPr id="3" name="Picture 2" descr="A purple letter on a black background&#10;&#10;Description automatically generated">
            <a:extLst>
              <a:ext uri="{FF2B5EF4-FFF2-40B4-BE49-F238E27FC236}">
                <a16:creationId xmlns:a16="http://schemas.microsoft.com/office/drawing/2014/main" id="{A9FDB414-E29D-C056-72EC-D190BE9DD307}"/>
              </a:ext>
            </a:extLst>
          </p:cNvPr>
          <p:cNvPicPr>
            <a:picLocks noChangeAspect="1"/>
          </p:cNvPicPr>
          <p:nvPr userDrawn="1"/>
        </p:nvPicPr>
        <p:blipFill>
          <a:blip r:embed="rId28"/>
          <a:stretch>
            <a:fillRect/>
          </a:stretch>
        </p:blipFill>
        <p:spPr>
          <a:xfrm>
            <a:off x="9840416" y="409431"/>
            <a:ext cx="1933549" cy="622922"/>
          </a:xfrm>
          <a:prstGeom prst="rect">
            <a:avLst/>
          </a:prstGeom>
        </p:spPr>
      </p:pic>
    </p:spTree>
    <p:extLst>
      <p:ext uri="{BB962C8B-B14F-4D97-AF65-F5344CB8AC3E}">
        <p14:creationId xmlns:p14="http://schemas.microsoft.com/office/powerpoint/2010/main" val="3786833112"/>
      </p:ext>
    </p:extLst>
  </p:cSld>
  <p:clrMap bg1="lt1" tx1="dk1" bg2="lt2" tx2="dk2" accent1="accent1" accent2="accent2" accent3="accent3" accent4="accent4" accent5="accent5" accent6="accent6" hlink="hlink" folHlink="folHlink"/>
  <p:sldLayoutIdLst>
    <p:sldLayoutId id="2147483822" r:id="rId1"/>
    <p:sldLayoutId id="2147483816" r:id="rId2"/>
    <p:sldLayoutId id="2147483823" r:id="rId3"/>
    <p:sldLayoutId id="2147483864" r:id="rId4"/>
    <p:sldLayoutId id="2147483857" r:id="rId5"/>
    <p:sldLayoutId id="2147483799" r:id="rId6"/>
    <p:sldLayoutId id="2147483800" r:id="rId7"/>
    <p:sldLayoutId id="2147483835" r:id="rId8"/>
    <p:sldLayoutId id="2147483824" r:id="rId9"/>
    <p:sldLayoutId id="2147483821" r:id="rId10"/>
    <p:sldLayoutId id="2147483820" r:id="rId11"/>
    <p:sldLayoutId id="2147483650" r:id="rId12"/>
    <p:sldLayoutId id="2147483652" r:id="rId13"/>
    <p:sldLayoutId id="2147483778" r:id="rId14"/>
    <p:sldLayoutId id="2147483806" r:id="rId15"/>
    <p:sldLayoutId id="2147483779" r:id="rId16"/>
    <p:sldLayoutId id="2147483728" r:id="rId17"/>
    <p:sldLayoutId id="2147483656" r:id="rId18"/>
    <p:sldLayoutId id="2147483732" r:id="rId19"/>
    <p:sldLayoutId id="2147483657" r:id="rId20"/>
    <p:sldLayoutId id="2147483810" r:id="rId21"/>
    <p:sldLayoutId id="2147483852" r:id="rId22"/>
    <p:sldLayoutId id="2147483817" r:id="rId23"/>
    <p:sldLayoutId id="2147483825" r:id="rId24"/>
    <p:sldLayoutId id="2147483780" r:id="rId25"/>
    <p:sldLayoutId id="2147483827" r:id="rId26"/>
  </p:sldLayoutIdLst>
  <p:hf hdr="0" dt="0"/>
  <p:txStyles>
    <p:titleStyle>
      <a:lvl1pPr algn="l" defTabSz="914400" rtl="0" eaLnBrk="1" latinLnBrk="0" hangingPunct="1">
        <a:lnSpc>
          <a:spcPct val="90000"/>
        </a:lnSpc>
        <a:spcBef>
          <a:spcPct val="0"/>
        </a:spcBef>
        <a:buNone/>
        <a:defRPr sz="3600" b="0" kern="1200">
          <a:solidFill>
            <a:schemeClr val="accent1"/>
          </a:solidFill>
          <a:latin typeface="+mj-lt"/>
          <a:ea typeface="+mj-ea"/>
          <a:cs typeface="+mj-cs"/>
        </a:defRPr>
      </a:lvl1pPr>
    </p:titleStyle>
    <p:bodyStyle>
      <a:lvl1pPr marL="0" indent="0" algn="l" defTabSz="914400" rtl="0" eaLnBrk="1" latinLnBrk="0" hangingPunct="1">
        <a:lnSpc>
          <a:spcPct val="100000"/>
        </a:lnSpc>
        <a:spcBef>
          <a:spcPts val="300"/>
        </a:spcBef>
        <a:spcAft>
          <a:spcPts val="1200"/>
        </a:spcAft>
        <a:buClr>
          <a:schemeClr val="tx1"/>
        </a:buClr>
        <a:buFont typeface="Arial" panose="020B0604020202020204" pitchFamily="34" charset="0"/>
        <a:buNone/>
        <a:defRPr lang="en-US" sz="1400" b="1" kern="1200" dirty="0">
          <a:solidFill>
            <a:schemeClr val="accent1"/>
          </a:solidFill>
          <a:latin typeface="+mn-lt"/>
          <a:ea typeface="+mn-ea"/>
          <a:cs typeface="+mn-cs"/>
        </a:defRPr>
      </a:lvl1pPr>
      <a:lvl2pPr marL="612" indent="0" algn="l" defTabSz="914400" rtl="0" eaLnBrk="1" latinLnBrk="0" hangingPunct="1">
        <a:lnSpc>
          <a:spcPct val="100000"/>
        </a:lnSpc>
        <a:spcBef>
          <a:spcPts val="300"/>
        </a:spcBef>
        <a:spcAft>
          <a:spcPts val="1200"/>
        </a:spcAft>
        <a:buClr>
          <a:schemeClr val="tx1"/>
        </a:buClr>
        <a:buFont typeface="Arial" panose="020B0604020202020204" pitchFamily="34" charset="0"/>
        <a:buNone/>
        <a:defRPr lang="en-US" sz="1400" kern="1200" dirty="0">
          <a:solidFill>
            <a:schemeClr val="tx1"/>
          </a:solidFill>
          <a:latin typeface="+mn-lt"/>
          <a:ea typeface="+mn-ea"/>
          <a:cs typeface="+mn-cs"/>
        </a:defRPr>
      </a:lvl2pPr>
      <a:lvl3pPr marL="180000" indent="-179388" algn="l" defTabSz="914400" rtl="0" eaLnBrk="1" latinLnBrk="0" hangingPunct="1">
        <a:lnSpc>
          <a:spcPct val="100000"/>
        </a:lnSpc>
        <a:spcBef>
          <a:spcPts val="300"/>
        </a:spcBef>
        <a:spcAft>
          <a:spcPts val="1200"/>
        </a:spcAft>
        <a:buClr>
          <a:schemeClr val="accent1"/>
        </a:buClr>
        <a:buSzPct val="120000"/>
        <a:buFont typeface="Arial" panose="020B0604020202020204" pitchFamily="34" charset="0"/>
        <a:buChar char="•"/>
        <a:defRPr lang="en-US" sz="1400" kern="1200" baseline="0" dirty="0">
          <a:solidFill>
            <a:schemeClr val="tx1"/>
          </a:solidFill>
          <a:latin typeface="+mn-lt"/>
          <a:ea typeface="+mn-ea"/>
          <a:cs typeface="+mn-cs"/>
        </a:defRPr>
      </a:lvl3pPr>
      <a:lvl4pPr marL="457200" indent="-277813" algn="l" defTabSz="914400" rtl="0" eaLnBrk="1" latinLnBrk="0" hangingPunct="1">
        <a:lnSpc>
          <a:spcPct val="100000"/>
        </a:lnSpc>
        <a:spcBef>
          <a:spcPts val="300"/>
        </a:spcBef>
        <a:spcAft>
          <a:spcPts val="1200"/>
        </a:spcAft>
        <a:buFont typeface="DM Sans" pitchFamily="2" charset="0"/>
        <a:buChar char="–"/>
        <a:defRPr lang="en-US" sz="1400" kern="1200" baseline="0" dirty="0">
          <a:solidFill>
            <a:schemeClr val="tx1"/>
          </a:solidFill>
          <a:latin typeface="+mn-lt"/>
          <a:ea typeface="+mn-ea"/>
          <a:cs typeface="+mn-cs"/>
        </a:defRPr>
      </a:lvl4pPr>
      <a:lvl5pPr marL="723900" indent="-266700" algn="l" defTabSz="914400" rtl="0" eaLnBrk="1" latinLnBrk="0" hangingPunct="1">
        <a:lnSpc>
          <a:spcPct val="100000"/>
        </a:lnSpc>
        <a:spcBef>
          <a:spcPts val="300"/>
        </a:spcBef>
        <a:spcAft>
          <a:spcPts val="1200"/>
        </a:spcAft>
        <a:buFont typeface="Arial" panose="020B0604020202020204" pitchFamily="34" charset="0"/>
        <a:buChar char="•"/>
        <a:defRPr lang="en-US" sz="1400" kern="1200" baseline="0" dirty="0">
          <a:solidFill>
            <a:schemeClr val="tx1"/>
          </a:solidFill>
          <a:latin typeface="+mn-lt"/>
          <a:ea typeface="+mn-ea"/>
          <a:cs typeface="+mn-cs"/>
        </a:defRPr>
      </a:lvl5pPr>
      <a:lvl6pPr marL="0" indent="0" algn="l" defTabSz="914400" rtl="0" eaLnBrk="1" latinLnBrk="0" hangingPunct="1">
        <a:spcBef>
          <a:spcPts val="600"/>
        </a:spcBef>
        <a:spcAft>
          <a:spcPts val="300"/>
        </a:spcAft>
        <a:buFont typeface="Arial" pitchFamily="34" charset="0"/>
        <a:buNone/>
        <a:defRPr lang="en-AU" sz="1600" b="0" kern="1200" baseline="0" dirty="0">
          <a:solidFill>
            <a:schemeClr val="accent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840" userDrawn="1">
          <p15:clr>
            <a:srgbClr val="F26B43"/>
          </p15:clr>
        </p15:guide>
        <p15:guide id="3" pos="438" userDrawn="1">
          <p15:clr>
            <a:srgbClr val="F26B43"/>
          </p15:clr>
        </p15:guide>
        <p15:guide id="6" orient="horz" pos="3974" userDrawn="1">
          <p15:clr>
            <a:srgbClr val="F26B43"/>
          </p15:clr>
        </p15:guide>
        <p15:guide id="7" orient="horz" pos="436" userDrawn="1">
          <p15:clr>
            <a:srgbClr val="F26B43"/>
          </p15:clr>
        </p15:guide>
        <p15:guide id="9" pos="3961" userDrawn="1">
          <p15:clr>
            <a:srgbClr val="F26B43"/>
          </p15:clr>
        </p15:guide>
        <p15:guide id="10" pos="3719" userDrawn="1">
          <p15:clr>
            <a:srgbClr val="F26B43"/>
          </p15:clr>
        </p15:guide>
        <p15:guide id="11" orient="horz" pos="4110" userDrawn="1">
          <p15:clr>
            <a:srgbClr val="F26B43"/>
          </p15:clr>
        </p15:guide>
        <p15:guide id="13" pos="7242" userDrawn="1">
          <p15:clr>
            <a:srgbClr val="F26B43"/>
          </p15:clr>
        </p15:guide>
        <p15:guide id="14" orient="horz" pos="981" userDrawn="1">
          <p15:clr>
            <a:srgbClr val="F26B43"/>
          </p15:clr>
        </p15:guide>
        <p15:guide id="15" pos="2772" userDrawn="1">
          <p15:clr>
            <a:srgbClr val="F26B43"/>
          </p15:clr>
        </p15:guide>
        <p15:guide id="16" pos="2570" userDrawn="1">
          <p15:clr>
            <a:srgbClr val="F26B43"/>
          </p15:clr>
        </p15:guide>
        <p15:guide id="17" pos="5110" userDrawn="1">
          <p15:clr>
            <a:srgbClr val="F26B43"/>
          </p15:clr>
        </p15:guide>
        <p15:guide id="18" pos="4908" userDrawn="1">
          <p15:clr>
            <a:srgbClr val="F26B43"/>
          </p15:clr>
        </p15:guide>
        <p15:guide id="19" orient="horz" pos="1661" userDrawn="1">
          <p15:clr>
            <a:srgbClr val="F26B43"/>
          </p15:clr>
        </p15:guide>
        <p15:guide id="20" orient="horz" pos="1933"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3" Type="http://schemas.openxmlformats.org/officeDocument/2006/relationships/image" Target="../media/image16.png"/><Relationship Id="rId18" Type="http://schemas.openxmlformats.org/officeDocument/2006/relationships/image" Target="../media/image21.png"/><Relationship Id="rId26" Type="http://schemas.openxmlformats.org/officeDocument/2006/relationships/image" Target="../media/image29.png"/><Relationship Id="rId3" Type="http://schemas.openxmlformats.org/officeDocument/2006/relationships/image" Target="../media/image6.png"/><Relationship Id="rId21" Type="http://schemas.openxmlformats.org/officeDocument/2006/relationships/image" Target="../media/image24.png"/><Relationship Id="rId7" Type="http://schemas.openxmlformats.org/officeDocument/2006/relationships/image" Target="../media/image10.png"/><Relationship Id="rId12" Type="http://schemas.openxmlformats.org/officeDocument/2006/relationships/image" Target="../media/image15.png"/><Relationship Id="rId17" Type="http://schemas.openxmlformats.org/officeDocument/2006/relationships/image" Target="../media/image20.png"/><Relationship Id="rId25" Type="http://schemas.openxmlformats.org/officeDocument/2006/relationships/image" Target="../media/image28.png"/><Relationship Id="rId33" Type="http://schemas.openxmlformats.org/officeDocument/2006/relationships/image" Target="../media/image36.png"/><Relationship Id="rId2" Type="http://schemas.openxmlformats.org/officeDocument/2006/relationships/notesSlide" Target="../notesSlides/notesSlide1.xml"/><Relationship Id="rId16" Type="http://schemas.openxmlformats.org/officeDocument/2006/relationships/image" Target="../media/image19.png"/><Relationship Id="rId20" Type="http://schemas.openxmlformats.org/officeDocument/2006/relationships/image" Target="../media/image23.png"/><Relationship Id="rId29" Type="http://schemas.openxmlformats.org/officeDocument/2006/relationships/image" Target="../media/image32.png"/><Relationship Id="rId1" Type="http://schemas.openxmlformats.org/officeDocument/2006/relationships/slideLayout" Target="../slideLayouts/slideLayout12.xml"/><Relationship Id="rId6" Type="http://schemas.openxmlformats.org/officeDocument/2006/relationships/image" Target="../media/image9.png"/><Relationship Id="rId11" Type="http://schemas.openxmlformats.org/officeDocument/2006/relationships/image" Target="../media/image14.png"/><Relationship Id="rId24" Type="http://schemas.openxmlformats.org/officeDocument/2006/relationships/image" Target="../media/image27.png"/><Relationship Id="rId32" Type="http://schemas.openxmlformats.org/officeDocument/2006/relationships/image" Target="../media/image35.png"/><Relationship Id="rId5" Type="http://schemas.openxmlformats.org/officeDocument/2006/relationships/image" Target="../media/image8.png"/><Relationship Id="rId15" Type="http://schemas.openxmlformats.org/officeDocument/2006/relationships/image" Target="../media/image18.png"/><Relationship Id="rId23" Type="http://schemas.openxmlformats.org/officeDocument/2006/relationships/image" Target="../media/image26.png"/><Relationship Id="rId28" Type="http://schemas.openxmlformats.org/officeDocument/2006/relationships/image" Target="../media/image31.png"/><Relationship Id="rId10" Type="http://schemas.openxmlformats.org/officeDocument/2006/relationships/image" Target="../media/image13.png"/><Relationship Id="rId19" Type="http://schemas.openxmlformats.org/officeDocument/2006/relationships/image" Target="../media/image22.png"/><Relationship Id="rId31" Type="http://schemas.openxmlformats.org/officeDocument/2006/relationships/image" Target="../media/image34.png"/><Relationship Id="rId4" Type="http://schemas.openxmlformats.org/officeDocument/2006/relationships/image" Target="../media/image7.png"/><Relationship Id="rId9" Type="http://schemas.openxmlformats.org/officeDocument/2006/relationships/image" Target="../media/image12.png"/><Relationship Id="rId14" Type="http://schemas.openxmlformats.org/officeDocument/2006/relationships/image" Target="../media/image17.png"/><Relationship Id="rId22" Type="http://schemas.openxmlformats.org/officeDocument/2006/relationships/image" Target="../media/image25.png"/><Relationship Id="rId27" Type="http://schemas.openxmlformats.org/officeDocument/2006/relationships/image" Target="../media/image30.png"/><Relationship Id="rId30" Type="http://schemas.openxmlformats.org/officeDocument/2006/relationships/image" Target="../media/image33.png"/><Relationship Id="rId8"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F22473CD-57EF-1B72-8919-08D694E14239}"/>
              </a:ext>
            </a:extLst>
          </p:cNvPr>
          <p:cNvSpPr>
            <a:spLocks noGrp="1"/>
          </p:cNvSpPr>
          <p:nvPr>
            <p:ph type="sldNum" sz="quarter" idx="4294967295"/>
          </p:nvPr>
        </p:nvSpPr>
        <p:spPr>
          <a:xfrm>
            <a:off x="11904663" y="6535738"/>
            <a:ext cx="287337" cy="107950"/>
          </a:xfrm>
        </p:spPr>
        <p:txBody>
          <a:bodyPr/>
          <a:lstStyle/>
          <a:p>
            <a:fld id="{E917DE0E-AFB1-41FD-BC35-27DB61CA125F}" type="slidenum">
              <a:rPr lang="en-AU" smtClean="0"/>
              <a:pPr/>
              <a:t>1</a:t>
            </a:fld>
            <a:endParaRPr lang="en-AU" dirty="0"/>
          </a:p>
        </p:txBody>
      </p:sp>
      <p:sp>
        <p:nvSpPr>
          <p:cNvPr id="11" name="Text Box 4">
            <a:extLst>
              <a:ext uri="{FF2B5EF4-FFF2-40B4-BE49-F238E27FC236}">
                <a16:creationId xmlns:a16="http://schemas.microsoft.com/office/drawing/2014/main" id="{1148A5F3-8FFB-172A-A517-84711A530FCE}"/>
              </a:ext>
            </a:extLst>
          </p:cNvPr>
          <p:cNvSpPr txBox="1">
            <a:spLocks noChangeArrowheads="1"/>
          </p:cNvSpPr>
          <p:nvPr/>
        </p:nvSpPr>
        <p:spPr bwMode="auto">
          <a:xfrm>
            <a:off x="5231904" y="2228671"/>
            <a:ext cx="6552728" cy="2123658"/>
          </a:xfrm>
          <a:prstGeom prst="rect">
            <a:avLst/>
          </a:prstGeom>
          <a:noFill/>
          <a:ln w="9525">
            <a:noFill/>
            <a:miter lim="800000"/>
            <a:headEnd/>
            <a:tailEnd/>
          </a:ln>
        </p:spPr>
        <p:txBody>
          <a:bodyPr wrap="square" tIns="0">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0"/>
              </a:spcBef>
              <a:buNone/>
            </a:pPr>
            <a:r>
              <a:rPr lang="en-US" altLang="zh-CN" sz="4300" dirty="0">
                <a:solidFill>
                  <a:schemeClr val="accent1"/>
                </a:solidFill>
                <a:ea typeface="+mj-ea"/>
                <a:cs typeface="+mj-cs"/>
              </a:rPr>
              <a:t>Cui Shuaiwen</a:t>
            </a:r>
            <a:endParaRPr lang="en-AU" sz="4300" dirty="0">
              <a:solidFill>
                <a:schemeClr val="accent1"/>
              </a:solidFill>
              <a:ea typeface="+mj-ea"/>
              <a:cs typeface="+mj-cs"/>
            </a:endParaRPr>
          </a:p>
          <a:p>
            <a:pPr marL="0" indent="0">
              <a:spcBef>
                <a:spcPts val="0"/>
              </a:spcBef>
              <a:buNone/>
            </a:pPr>
            <a:r>
              <a:rPr lang="en-AU" sz="2200" dirty="0">
                <a:solidFill>
                  <a:schemeClr val="accent1"/>
                </a:solidFill>
                <a:ea typeface="+mj-ea"/>
                <a:cs typeface="+mj-cs"/>
              </a:rPr>
              <a:t>School of Civil and Environmental Engineering</a:t>
            </a:r>
          </a:p>
          <a:p>
            <a:pPr marL="0" indent="0">
              <a:spcBef>
                <a:spcPts val="0"/>
              </a:spcBef>
              <a:buNone/>
            </a:pPr>
            <a:r>
              <a:rPr lang="en-AU" sz="2200" dirty="0">
                <a:solidFill>
                  <a:schemeClr val="accent1"/>
                </a:solidFill>
                <a:ea typeface="+mj-ea"/>
                <a:cs typeface="+mj-cs"/>
              </a:rPr>
              <a:t>Nanyang Technological University</a:t>
            </a:r>
          </a:p>
          <a:p>
            <a:pPr marL="0" indent="0">
              <a:spcBef>
                <a:spcPts val="0"/>
              </a:spcBef>
              <a:buNone/>
            </a:pPr>
            <a:r>
              <a:rPr lang="en-AU" sz="2200" b="1" dirty="0">
                <a:solidFill>
                  <a:schemeClr val="accent1"/>
                </a:solidFill>
                <a:ea typeface="+mj-ea"/>
                <a:cs typeface="+mj-cs"/>
              </a:rPr>
              <a:t>Distributed Intelligence Framework for Structural Health Monitoring </a:t>
            </a:r>
          </a:p>
        </p:txBody>
      </p:sp>
    </p:spTree>
    <p:extLst>
      <p:ext uri="{BB962C8B-B14F-4D97-AF65-F5344CB8AC3E}">
        <p14:creationId xmlns:p14="http://schemas.microsoft.com/office/powerpoint/2010/main" val="433366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629CF7-B955-7FC0-56B5-3DF8972F81B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34316A8B-8113-521F-F1D0-E647C274C168}"/>
              </a:ext>
            </a:extLst>
          </p:cNvPr>
          <p:cNvSpPr>
            <a:spLocks noGrp="1"/>
          </p:cNvSpPr>
          <p:nvPr>
            <p:ph type="title"/>
          </p:nvPr>
        </p:nvSpPr>
        <p:spPr>
          <a:xfrm>
            <a:off x="263352" y="57862"/>
            <a:ext cx="8784976" cy="469056"/>
          </a:xfrm>
        </p:spPr>
        <p:txBody>
          <a:bodyPr/>
          <a:lstStyle/>
          <a:p>
            <a:pPr>
              <a:lnSpc>
                <a:spcPct val="150000"/>
              </a:lnSpc>
            </a:pPr>
            <a:r>
              <a:rPr lang="en-AU" sz="2000" b="1" dirty="0"/>
              <a:t> Distributed Intelligence Framework for Structural Health Monitoring </a:t>
            </a:r>
          </a:p>
        </p:txBody>
      </p:sp>
      <p:pic>
        <p:nvPicPr>
          <p:cNvPr id="8" name="Picture 7" descr="A bridge with a black railing&#10;&#10;AI-generated content may be incorrect.">
            <a:extLst>
              <a:ext uri="{FF2B5EF4-FFF2-40B4-BE49-F238E27FC236}">
                <a16:creationId xmlns:a16="http://schemas.microsoft.com/office/drawing/2014/main" id="{81D403B9-FC3E-A2AC-3542-28DF8BF48E6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3604" y="870409"/>
            <a:ext cx="1665758" cy="1665758"/>
          </a:xfrm>
          <a:prstGeom prst="rect">
            <a:avLst/>
          </a:prstGeom>
        </p:spPr>
      </p:pic>
      <p:pic>
        <p:nvPicPr>
          <p:cNvPr id="9" name="Picture 8" descr="A blue circle with a heartbeat line&#10;&#10;AI-generated content may be incorrect.">
            <a:extLst>
              <a:ext uri="{FF2B5EF4-FFF2-40B4-BE49-F238E27FC236}">
                <a16:creationId xmlns:a16="http://schemas.microsoft.com/office/drawing/2014/main" id="{9D876D25-318A-48B8-5717-B42494E0524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53745" y="1553507"/>
            <a:ext cx="853056" cy="853056"/>
          </a:xfrm>
          <a:prstGeom prst="rect">
            <a:avLst/>
          </a:prstGeom>
          <a:scene3d>
            <a:camera prst="isometricRightUp"/>
            <a:lightRig rig="threePt" dir="t"/>
          </a:scene3d>
          <a:sp3d/>
        </p:spPr>
      </p:pic>
      <p:sp>
        <p:nvSpPr>
          <p:cNvPr id="11" name="Title 6">
            <a:extLst>
              <a:ext uri="{FF2B5EF4-FFF2-40B4-BE49-F238E27FC236}">
                <a16:creationId xmlns:a16="http://schemas.microsoft.com/office/drawing/2014/main" id="{089E5438-8064-C734-7404-FE782F14E0AE}"/>
              </a:ext>
            </a:extLst>
          </p:cNvPr>
          <p:cNvSpPr txBox="1">
            <a:spLocks/>
          </p:cNvSpPr>
          <p:nvPr/>
        </p:nvSpPr>
        <p:spPr>
          <a:xfrm>
            <a:off x="567791" y="523786"/>
            <a:ext cx="7056784" cy="469056"/>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3600" b="0" kern="1200">
                <a:solidFill>
                  <a:schemeClr val="accent1"/>
                </a:solidFill>
                <a:latin typeface="+mj-lt"/>
                <a:ea typeface="+mj-ea"/>
                <a:cs typeface="+mj-cs"/>
              </a:defRPr>
            </a:lvl1pPr>
          </a:lstStyle>
          <a:p>
            <a:pPr>
              <a:lnSpc>
                <a:spcPct val="150000"/>
              </a:lnSpc>
            </a:pPr>
            <a:r>
              <a:rPr lang="en-AU" sz="2000" dirty="0"/>
              <a:t>Computing Paradigm Shifting: Centralized </a:t>
            </a:r>
            <a:r>
              <a:rPr lang="en-US" altLang="zh-CN" sz="2000" dirty="0"/>
              <a:t>to Distributed</a:t>
            </a:r>
            <a:endParaRPr lang="en-AU" sz="2000" dirty="0"/>
          </a:p>
        </p:txBody>
      </p:sp>
      <p:sp>
        <p:nvSpPr>
          <p:cNvPr id="16" name="Title 6">
            <a:extLst>
              <a:ext uri="{FF2B5EF4-FFF2-40B4-BE49-F238E27FC236}">
                <a16:creationId xmlns:a16="http://schemas.microsoft.com/office/drawing/2014/main" id="{F79B4686-13EC-FA93-2F0A-477E112A0D11}"/>
              </a:ext>
            </a:extLst>
          </p:cNvPr>
          <p:cNvSpPr txBox="1">
            <a:spLocks/>
          </p:cNvSpPr>
          <p:nvPr/>
        </p:nvSpPr>
        <p:spPr>
          <a:xfrm>
            <a:off x="567790" y="3413996"/>
            <a:ext cx="8109771" cy="469056"/>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3600" b="0" kern="1200">
                <a:solidFill>
                  <a:schemeClr val="accent1"/>
                </a:solidFill>
                <a:latin typeface="+mj-lt"/>
                <a:ea typeface="+mj-ea"/>
                <a:cs typeface="+mj-cs"/>
              </a:defRPr>
            </a:lvl1pPr>
          </a:lstStyle>
          <a:p>
            <a:pPr>
              <a:lnSpc>
                <a:spcPct val="150000"/>
              </a:lnSpc>
            </a:pPr>
            <a:r>
              <a:rPr lang="en-US" sz="2000" dirty="0"/>
              <a:t> T</a:t>
            </a:r>
            <a:r>
              <a:rPr lang="en-US" altLang="zh-CN" sz="2000" dirty="0"/>
              <a:t>o Accelerate the Shifting: Distributed Intelligence Framework</a:t>
            </a:r>
            <a:endParaRPr lang="en-AU" sz="2000" dirty="0"/>
          </a:p>
        </p:txBody>
      </p:sp>
      <p:pic>
        <p:nvPicPr>
          <p:cNvPr id="17" name="Picture 16" descr="A white device with colorful buttons&#10;&#10;AI-generated content may be incorrect.">
            <a:extLst>
              <a:ext uri="{FF2B5EF4-FFF2-40B4-BE49-F238E27FC236}">
                <a16:creationId xmlns:a16="http://schemas.microsoft.com/office/drawing/2014/main" id="{9C82D5CF-9A39-B36C-8AFF-E49AFB2472C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flipH="1">
            <a:off x="540288" y="2726399"/>
            <a:ext cx="645688" cy="686331"/>
          </a:xfrm>
          <a:prstGeom prst="rect">
            <a:avLst/>
          </a:prstGeom>
        </p:spPr>
      </p:pic>
      <p:pic>
        <p:nvPicPr>
          <p:cNvPr id="18" name="Picture 17" descr="A white router with blue screen and blue screen&#10;&#10;AI-generated content may be incorrect.">
            <a:extLst>
              <a:ext uri="{FF2B5EF4-FFF2-40B4-BE49-F238E27FC236}">
                <a16:creationId xmlns:a16="http://schemas.microsoft.com/office/drawing/2014/main" id="{144AEF12-74E1-180B-CC8C-D695E698F18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554431" y="2179141"/>
            <a:ext cx="686331" cy="686331"/>
          </a:xfrm>
          <a:prstGeom prst="rect">
            <a:avLst/>
          </a:prstGeom>
        </p:spPr>
      </p:pic>
      <p:pic>
        <p:nvPicPr>
          <p:cNvPr id="19" name="Picture 18" descr="A cloud computing server and a black background&#10;&#10;AI-generated content may be incorrect.">
            <a:extLst>
              <a:ext uri="{FF2B5EF4-FFF2-40B4-BE49-F238E27FC236}">
                <a16:creationId xmlns:a16="http://schemas.microsoft.com/office/drawing/2014/main" id="{38B8127D-8451-98E9-6ADB-92A3B42B0DA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flipH="1">
            <a:off x="2507244" y="1646917"/>
            <a:ext cx="686331" cy="686331"/>
          </a:xfrm>
          <a:prstGeom prst="rect">
            <a:avLst/>
          </a:prstGeom>
        </p:spPr>
      </p:pic>
      <p:sp>
        <p:nvSpPr>
          <p:cNvPr id="20" name="Arrow: Bent 19">
            <a:extLst>
              <a:ext uri="{FF2B5EF4-FFF2-40B4-BE49-F238E27FC236}">
                <a16:creationId xmlns:a16="http://schemas.microsoft.com/office/drawing/2014/main" id="{D047AEAA-D064-EB58-B756-06A6BD16C642}"/>
              </a:ext>
            </a:extLst>
          </p:cNvPr>
          <p:cNvSpPr/>
          <p:nvPr/>
        </p:nvSpPr>
        <p:spPr>
          <a:xfrm rot="10800000" flipH="1">
            <a:off x="357888" y="2481323"/>
            <a:ext cx="397158" cy="423933"/>
          </a:xfrm>
          <a:prstGeom prst="bentArrow">
            <a:avLst/>
          </a:prstGeom>
          <a:solidFill>
            <a:srgbClr val="9E2E92"/>
          </a:solidFill>
          <a:ln>
            <a:noFill/>
          </a:ln>
          <a:scene3d>
            <a:camera prst="isometricBottomDown"/>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2" name="Arrow: Right 21">
            <a:extLst>
              <a:ext uri="{FF2B5EF4-FFF2-40B4-BE49-F238E27FC236}">
                <a16:creationId xmlns:a16="http://schemas.microsoft.com/office/drawing/2014/main" id="{F6C6322E-B851-BD5F-AE47-D8070D429962}"/>
              </a:ext>
            </a:extLst>
          </p:cNvPr>
          <p:cNvSpPr/>
          <p:nvPr/>
        </p:nvSpPr>
        <p:spPr>
          <a:xfrm>
            <a:off x="1201556" y="2801314"/>
            <a:ext cx="388021" cy="218941"/>
          </a:xfrm>
          <a:prstGeom prst="rightArrow">
            <a:avLst>
              <a:gd name="adj1" fmla="val 50000"/>
              <a:gd name="adj2" fmla="val 64706"/>
            </a:avLst>
          </a:prstGeom>
          <a:solidFill>
            <a:srgbClr val="962A8B"/>
          </a:solidFill>
          <a:ln>
            <a:noFill/>
          </a:ln>
          <a:scene3d>
            <a:camera prst="isometricTopUp"/>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 name="Straight Connector 25">
            <a:extLst>
              <a:ext uri="{FF2B5EF4-FFF2-40B4-BE49-F238E27FC236}">
                <a16:creationId xmlns:a16="http://schemas.microsoft.com/office/drawing/2014/main" id="{574064E0-DD08-B6B6-405D-7F012C6979DD}"/>
              </a:ext>
            </a:extLst>
          </p:cNvPr>
          <p:cNvCxnSpPr>
            <a:cxnSpLocks/>
          </p:cNvCxnSpPr>
          <p:nvPr/>
        </p:nvCxnSpPr>
        <p:spPr>
          <a:xfrm>
            <a:off x="3480977" y="1210107"/>
            <a:ext cx="3576" cy="2084748"/>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27" name="Arrow: Right 26">
            <a:extLst>
              <a:ext uri="{FF2B5EF4-FFF2-40B4-BE49-F238E27FC236}">
                <a16:creationId xmlns:a16="http://schemas.microsoft.com/office/drawing/2014/main" id="{71000F33-A7F4-9194-AF3C-96807227221C}"/>
              </a:ext>
            </a:extLst>
          </p:cNvPr>
          <p:cNvSpPr/>
          <p:nvPr/>
        </p:nvSpPr>
        <p:spPr>
          <a:xfrm>
            <a:off x="2182436" y="2237214"/>
            <a:ext cx="388021" cy="218941"/>
          </a:xfrm>
          <a:prstGeom prst="rightArrow">
            <a:avLst>
              <a:gd name="adj1" fmla="val 50000"/>
              <a:gd name="adj2" fmla="val 64706"/>
            </a:avLst>
          </a:prstGeom>
          <a:solidFill>
            <a:srgbClr val="962A8B"/>
          </a:solidFill>
          <a:ln>
            <a:noFill/>
          </a:ln>
          <a:scene3d>
            <a:camera prst="isometricTopUp"/>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ED3A1C5F-439F-BCC9-BF4A-28FE801E6AF0}"/>
              </a:ext>
            </a:extLst>
          </p:cNvPr>
          <p:cNvSpPr/>
          <p:nvPr/>
        </p:nvSpPr>
        <p:spPr>
          <a:xfrm>
            <a:off x="343473" y="597766"/>
            <a:ext cx="106199" cy="3211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EC2EDD0E-9AA2-881C-AD09-4BF38C563202}"/>
              </a:ext>
            </a:extLst>
          </p:cNvPr>
          <p:cNvSpPr/>
          <p:nvPr/>
        </p:nvSpPr>
        <p:spPr>
          <a:xfrm>
            <a:off x="344406" y="3487974"/>
            <a:ext cx="106199" cy="3211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5" name="Group 64">
            <a:extLst>
              <a:ext uri="{FF2B5EF4-FFF2-40B4-BE49-F238E27FC236}">
                <a16:creationId xmlns:a16="http://schemas.microsoft.com/office/drawing/2014/main" id="{E0823634-F7AE-F98C-A517-04D6FFCAAD02}"/>
              </a:ext>
            </a:extLst>
          </p:cNvPr>
          <p:cNvGrpSpPr/>
          <p:nvPr/>
        </p:nvGrpSpPr>
        <p:grpSpPr>
          <a:xfrm>
            <a:off x="3745750" y="1091926"/>
            <a:ext cx="1878684" cy="2021781"/>
            <a:chOff x="3419857" y="1464355"/>
            <a:chExt cx="1878684" cy="2021781"/>
          </a:xfrm>
        </p:grpSpPr>
        <p:pic>
          <p:nvPicPr>
            <p:cNvPr id="30" name="Picture 29" descr="A white device with colorful buttons&#10;&#10;AI-generated content may be incorrect.">
              <a:extLst>
                <a:ext uri="{FF2B5EF4-FFF2-40B4-BE49-F238E27FC236}">
                  <a16:creationId xmlns:a16="http://schemas.microsoft.com/office/drawing/2014/main" id="{6A01EA16-58E3-11CA-44C8-EB4B6596263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flipH="1">
              <a:off x="4754285" y="2946848"/>
              <a:ext cx="507353" cy="539288"/>
            </a:xfrm>
            <a:prstGeom prst="rect">
              <a:avLst/>
            </a:prstGeom>
          </p:spPr>
        </p:pic>
        <p:pic>
          <p:nvPicPr>
            <p:cNvPr id="31" name="Picture 30" descr="A cloud computing server and a black background&#10;&#10;AI-generated content may be incorrect.">
              <a:extLst>
                <a:ext uri="{FF2B5EF4-FFF2-40B4-BE49-F238E27FC236}">
                  <a16:creationId xmlns:a16="http://schemas.microsoft.com/office/drawing/2014/main" id="{E6A7245A-FA1F-D7A3-5AB0-69016C054B1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flipH="1">
              <a:off x="4759253" y="2136182"/>
              <a:ext cx="539288" cy="539288"/>
            </a:xfrm>
            <a:prstGeom prst="rect">
              <a:avLst/>
            </a:prstGeom>
          </p:spPr>
        </p:pic>
        <p:sp>
          <p:nvSpPr>
            <p:cNvPr id="33" name="Rectangle 32">
              <a:extLst>
                <a:ext uri="{FF2B5EF4-FFF2-40B4-BE49-F238E27FC236}">
                  <a16:creationId xmlns:a16="http://schemas.microsoft.com/office/drawing/2014/main" id="{F67E1799-B68F-B069-9844-EB8BAB5EE904}"/>
                </a:ext>
              </a:extLst>
            </p:cNvPr>
            <p:cNvSpPr/>
            <p:nvPr/>
          </p:nvSpPr>
          <p:spPr>
            <a:xfrm>
              <a:off x="3552589" y="1464355"/>
              <a:ext cx="1728852" cy="36823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rgbClr val="51247A"/>
                  </a:solidFill>
                </a:rPr>
                <a:t>Paradigm</a:t>
              </a:r>
              <a:endParaRPr lang="en-US" sz="1600" dirty="0">
                <a:solidFill>
                  <a:srgbClr val="51247A"/>
                </a:solidFill>
              </a:endParaRPr>
            </a:p>
          </p:txBody>
        </p:sp>
        <p:sp>
          <p:nvSpPr>
            <p:cNvPr id="37" name="Rectangle 36">
              <a:extLst>
                <a:ext uri="{FF2B5EF4-FFF2-40B4-BE49-F238E27FC236}">
                  <a16:creationId xmlns:a16="http://schemas.microsoft.com/office/drawing/2014/main" id="{60988672-5D45-B39A-E702-6BFF8520CB6C}"/>
                </a:ext>
              </a:extLst>
            </p:cNvPr>
            <p:cNvSpPr/>
            <p:nvPr/>
          </p:nvSpPr>
          <p:spPr>
            <a:xfrm>
              <a:off x="3419857" y="2221818"/>
              <a:ext cx="1298648" cy="36823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51247A"/>
                  </a:solidFill>
                </a:rPr>
                <a:t>centralized</a:t>
              </a:r>
              <a:endParaRPr lang="en-US" dirty="0">
                <a:solidFill>
                  <a:srgbClr val="51247A"/>
                </a:solidFill>
              </a:endParaRPr>
            </a:p>
          </p:txBody>
        </p:sp>
        <p:sp>
          <p:nvSpPr>
            <p:cNvPr id="38" name="Rectangle 37">
              <a:extLst>
                <a:ext uri="{FF2B5EF4-FFF2-40B4-BE49-F238E27FC236}">
                  <a16:creationId xmlns:a16="http://schemas.microsoft.com/office/drawing/2014/main" id="{1CDBA658-A615-2D7E-1218-F7639320FAF9}"/>
                </a:ext>
              </a:extLst>
            </p:cNvPr>
            <p:cNvSpPr/>
            <p:nvPr/>
          </p:nvSpPr>
          <p:spPr>
            <a:xfrm>
              <a:off x="3429298" y="3053093"/>
              <a:ext cx="1298648" cy="36823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51247A"/>
                  </a:solidFill>
                </a:rPr>
                <a:t>distributed</a:t>
              </a:r>
              <a:endParaRPr lang="en-US" dirty="0">
                <a:solidFill>
                  <a:srgbClr val="51247A"/>
                </a:solidFill>
              </a:endParaRPr>
            </a:p>
          </p:txBody>
        </p:sp>
        <p:pic>
          <p:nvPicPr>
            <p:cNvPr id="41" name="Picture 40" descr="A blue arrows on a black background&#10;&#10;AI-generated content may be incorrect.">
              <a:extLst>
                <a:ext uri="{FF2B5EF4-FFF2-40B4-BE49-F238E27FC236}">
                  <a16:creationId xmlns:a16="http://schemas.microsoft.com/office/drawing/2014/main" id="{B7A96CC4-62EA-1B27-74A6-F9DCEA28BB89}"/>
                </a:ext>
              </a:extLst>
            </p:cNvPr>
            <p:cNvPicPr>
              <a:picLocks noChangeAspect="1"/>
            </p:cNvPicPr>
            <p:nvPr/>
          </p:nvPicPr>
          <p:blipFill>
            <a:blip r:embed="rId8">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rot="5400000">
              <a:off x="4069181" y="2645640"/>
              <a:ext cx="388020" cy="388020"/>
            </a:xfrm>
            <a:prstGeom prst="rect">
              <a:avLst/>
            </a:prstGeom>
          </p:spPr>
        </p:pic>
      </p:grpSp>
      <p:grpSp>
        <p:nvGrpSpPr>
          <p:cNvPr id="66" name="Group 65">
            <a:extLst>
              <a:ext uri="{FF2B5EF4-FFF2-40B4-BE49-F238E27FC236}">
                <a16:creationId xmlns:a16="http://schemas.microsoft.com/office/drawing/2014/main" id="{D996B845-B769-F8C5-1E83-00C3B3FC44C5}"/>
              </a:ext>
            </a:extLst>
          </p:cNvPr>
          <p:cNvGrpSpPr/>
          <p:nvPr/>
        </p:nvGrpSpPr>
        <p:grpSpPr>
          <a:xfrm>
            <a:off x="9037685" y="1091926"/>
            <a:ext cx="1180214" cy="2105345"/>
            <a:chOff x="5444549" y="1464355"/>
            <a:chExt cx="1180214" cy="2105345"/>
          </a:xfrm>
        </p:grpSpPr>
        <p:sp>
          <p:nvSpPr>
            <p:cNvPr id="34" name="Rectangle 33">
              <a:extLst>
                <a:ext uri="{FF2B5EF4-FFF2-40B4-BE49-F238E27FC236}">
                  <a16:creationId xmlns:a16="http://schemas.microsoft.com/office/drawing/2014/main" id="{B38D7091-962F-D789-4B9C-DABBF2C1EB26}"/>
                </a:ext>
              </a:extLst>
            </p:cNvPr>
            <p:cNvSpPr/>
            <p:nvPr/>
          </p:nvSpPr>
          <p:spPr>
            <a:xfrm>
              <a:off x="5444549" y="1464355"/>
              <a:ext cx="1180214" cy="36823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rgbClr val="51247A"/>
                  </a:solidFill>
                </a:rPr>
                <a:t>Resources</a:t>
              </a:r>
              <a:endParaRPr lang="en-US" sz="1600" dirty="0">
                <a:solidFill>
                  <a:srgbClr val="51247A"/>
                </a:solidFill>
              </a:endParaRPr>
            </a:p>
          </p:txBody>
        </p:sp>
        <p:pic>
          <p:nvPicPr>
            <p:cNvPr id="39" name="Picture 38" descr="A computer chip with a blue square and a blue square with a blue square with a white square with a gold letter on it&#10;&#10;AI-generated content may be incorrect.">
              <a:extLst>
                <a:ext uri="{FF2B5EF4-FFF2-40B4-BE49-F238E27FC236}">
                  <a16:creationId xmlns:a16="http://schemas.microsoft.com/office/drawing/2014/main" id="{88A5BC9A-E0E2-854C-DC70-C9CF06DEC71F}"/>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735484" y="2106764"/>
              <a:ext cx="598345" cy="598345"/>
            </a:xfrm>
            <a:prstGeom prst="rect">
              <a:avLst/>
            </a:prstGeom>
          </p:spPr>
        </p:pic>
        <p:pic>
          <p:nvPicPr>
            <p:cNvPr id="40" name="Picture 39" descr="A computer chip with a black background&#10;&#10;AI-generated content may be incorrect.">
              <a:extLst>
                <a:ext uri="{FF2B5EF4-FFF2-40B4-BE49-F238E27FC236}">
                  <a16:creationId xmlns:a16="http://schemas.microsoft.com/office/drawing/2014/main" id="{025A7B77-DC4C-600F-98E1-F1C879D4FF71}"/>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5735484" y="2938039"/>
              <a:ext cx="598345" cy="598345"/>
            </a:xfrm>
            <a:prstGeom prst="rect">
              <a:avLst/>
            </a:prstGeom>
          </p:spPr>
        </p:pic>
        <p:sp>
          <p:nvSpPr>
            <p:cNvPr id="59" name="Rectangle: Rounded Corners 58">
              <a:extLst>
                <a:ext uri="{FF2B5EF4-FFF2-40B4-BE49-F238E27FC236}">
                  <a16:creationId xmlns:a16="http://schemas.microsoft.com/office/drawing/2014/main" id="{7F3D0729-3C04-C616-789F-742CAFD449A3}"/>
                </a:ext>
              </a:extLst>
            </p:cNvPr>
            <p:cNvSpPr/>
            <p:nvPr/>
          </p:nvSpPr>
          <p:spPr>
            <a:xfrm>
              <a:off x="5444550" y="2073448"/>
              <a:ext cx="1180212" cy="664977"/>
            </a:xfrm>
            <a:prstGeom prst="roundRect">
              <a:avLst/>
            </a:prstGeom>
            <a:noFill/>
            <a:ln w="28575">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Rounded Corners 59">
              <a:extLst>
                <a:ext uri="{FF2B5EF4-FFF2-40B4-BE49-F238E27FC236}">
                  <a16:creationId xmlns:a16="http://schemas.microsoft.com/office/drawing/2014/main" id="{B60B7F9A-7168-F907-37A8-564511CF9C7D}"/>
                </a:ext>
              </a:extLst>
            </p:cNvPr>
            <p:cNvSpPr/>
            <p:nvPr/>
          </p:nvSpPr>
          <p:spPr>
            <a:xfrm>
              <a:off x="5444550" y="2904723"/>
              <a:ext cx="1180212" cy="664977"/>
            </a:xfrm>
            <a:prstGeom prst="round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7" name="Group 66">
            <a:extLst>
              <a:ext uri="{FF2B5EF4-FFF2-40B4-BE49-F238E27FC236}">
                <a16:creationId xmlns:a16="http://schemas.microsoft.com/office/drawing/2014/main" id="{CF544524-0F7B-C64D-E68C-1FFD72F1FCFC}"/>
              </a:ext>
            </a:extLst>
          </p:cNvPr>
          <p:cNvGrpSpPr/>
          <p:nvPr/>
        </p:nvGrpSpPr>
        <p:grpSpPr>
          <a:xfrm>
            <a:off x="5975375" y="1091926"/>
            <a:ext cx="1180214" cy="2105345"/>
            <a:chOff x="6951384" y="1464355"/>
            <a:chExt cx="1180214" cy="2105345"/>
          </a:xfrm>
        </p:grpSpPr>
        <p:sp>
          <p:nvSpPr>
            <p:cNvPr id="35" name="Rectangle 34">
              <a:extLst>
                <a:ext uri="{FF2B5EF4-FFF2-40B4-BE49-F238E27FC236}">
                  <a16:creationId xmlns:a16="http://schemas.microsoft.com/office/drawing/2014/main" id="{A4F2E125-0D23-0ABA-2109-0F8C0A102BB4}"/>
                </a:ext>
              </a:extLst>
            </p:cNvPr>
            <p:cNvSpPr/>
            <p:nvPr/>
          </p:nvSpPr>
          <p:spPr>
            <a:xfrm>
              <a:off x="6951384" y="1464355"/>
              <a:ext cx="1180214" cy="36823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51247A"/>
                  </a:solidFill>
                </a:rPr>
                <a:t>Energy</a:t>
              </a:r>
            </a:p>
          </p:txBody>
        </p:sp>
        <p:pic>
          <p:nvPicPr>
            <p:cNvPr id="46" name="Picture 45" descr="A blue battery with a white top&#10;&#10;AI-generated content may be incorrect.">
              <a:extLst>
                <a:ext uri="{FF2B5EF4-FFF2-40B4-BE49-F238E27FC236}">
                  <a16:creationId xmlns:a16="http://schemas.microsoft.com/office/drawing/2014/main" id="{D01FCE4C-0359-360B-FAC1-BB5C0AE12571}"/>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7261777" y="2126222"/>
              <a:ext cx="559429" cy="559429"/>
            </a:xfrm>
            <a:prstGeom prst="rect">
              <a:avLst/>
            </a:prstGeom>
          </p:spPr>
        </p:pic>
        <p:pic>
          <p:nvPicPr>
            <p:cNvPr id="48" name="Picture 47" descr="A blue battery with a white bolt and lightning bolt&#10;&#10;AI-generated content may be incorrect.">
              <a:extLst>
                <a:ext uri="{FF2B5EF4-FFF2-40B4-BE49-F238E27FC236}">
                  <a16:creationId xmlns:a16="http://schemas.microsoft.com/office/drawing/2014/main" id="{755EE63B-1870-C139-E7D7-1CA815CA8E0F}"/>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7230697" y="2926417"/>
              <a:ext cx="621588" cy="621588"/>
            </a:xfrm>
            <a:prstGeom prst="rect">
              <a:avLst/>
            </a:prstGeom>
          </p:spPr>
        </p:pic>
        <p:sp>
          <p:nvSpPr>
            <p:cNvPr id="61" name="Rectangle: Rounded Corners 60">
              <a:extLst>
                <a:ext uri="{FF2B5EF4-FFF2-40B4-BE49-F238E27FC236}">
                  <a16:creationId xmlns:a16="http://schemas.microsoft.com/office/drawing/2014/main" id="{0F79F7E4-5B41-7B71-3988-BE269968EA18}"/>
                </a:ext>
              </a:extLst>
            </p:cNvPr>
            <p:cNvSpPr/>
            <p:nvPr/>
          </p:nvSpPr>
          <p:spPr>
            <a:xfrm>
              <a:off x="6951385" y="2904723"/>
              <a:ext cx="1180212" cy="664977"/>
            </a:xfrm>
            <a:prstGeom prst="roundRect">
              <a:avLst/>
            </a:prstGeom>
            <a:noFill/>
            <a:ln w="28575">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Rounded Corners 62">
              <a:extLst>
                <a:ext uri="{FF2B5EF4-FFF2-40B4-BE49-F238E27FC236}">
                  <a16:creationId xmlns:a16="http://schemas.microsoft.com/office/drawing/2014/main" id="{7793A3A0-893A-D2E9-DE41-556E4ECC0650}"/>
                </a:ext>
              </a:extLst>
            </p:cNvPr>
            <p:cNvSpPr/>
            <p:nvPr/>
          </p:nvSpPr>
          <p:spPr>
            <a:xfrm>
              <a:off x="6951385" y="2073448"/>
              <a:ext cx="1180212" cy="664977"/>
            </a:xfrm>
            <a:prstGeom prst="round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8" name="Group 67">
            <a:extLst>
              <a:ext uri="{FF2B5EF4-FFF2-40B4-BE49-F238E27FC236}">
                <a16:creationId xmlns:a16="http://schemas.microsoft.com/office/drawing/2014/main" id="{AAD9ACEA-13B4-FE7D-CF59-3D1595971E9B}"/>
              </a:ext>
            </a:extLst>
          </p:cNvPr>
          <p:cNvGrpSpPr/>
          <p:nvPr/>
        </p:nvGrpSpPr>
        <p:grpSpPr>
          <a:xfrm>
            <a:off x="7506530" y="1091926"/>
            <a:ext cx="1180214" cy="2105345"/>
            <a:chOff x="8458221" y="1464355"/>
            <a:chExt cx="1180214" cy="2105345"/>
          </a:xfrm>
        </p:grpSpPr>
        <p:sp>
          <p:nvSpPr>
            <p:cNvPr id="36" name="Rectangle 35">
              <a:extLst>
                <a:ext uri="{FF2B5EF4-FFF2-40B4-BE49-F238E27FC236}">
                  <a16:creationId xmlns:a16="http://schemas.microsoft.com/office/drawing/2014/main" id="{5A076B3A-96A9-38F7-511F-492009073003}"/>
                </a:ext>
              </a:extLst>
            </p:cNvPr>
            <p:cNvSpPr/>
            <p:nvPr/>
          </p:nvSpPr>
          <p:spPr>
            <a:xfrm>
              <a:off x="8458221" y="1464355"/>
              <a:ext cx="1180214" cy="36823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51247A"/>
                  </a:solidFill>
                </a:rPr>
                <a:t>Latency</a:t>
              </a:r>
            </a:p>
          </p:txBody>
        </p:sp>
        <p:pic>
          <p:nvPicPr>
            <p:cNvPr id="47" name="Picture 46" descr="A yellow lightning bolt on a black background&#10;&#10;AI-generated content may be incorrect.">
              <a:extLst>
                <a:ext uri="{FF2B5EF4-FFF2-40B4-BE49-F238E27FC236}">
                  <a16:creationId xmlns:a16="http://schemas.microsoft.com/office/drawing/2014/main" id="{9D223287-1E89-16A0-9C28-AF11AF544B47}"/>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8737534" y="2926417"/>
              <a:ext cx="621588" cy="621588"/>
            </a:xfrm>
            <a:prstGeom prst="rect">
              <a:avLst/>
            </a:prstGeom>
          </p:spPr>
        </p:pic>
        <p:pic>
          <p:nvPicPr>
            <p:cNvPr id="49" name="Picture 48" descr="A sand clock with yellow liquid&#10;&#10;AI-generated content may be incorrect.">
              <a:extLst>
                <a:ext uri="{FF2B5EF4-FFF2-40B4-BE49-F238E27FC236}">
                  <a16:creationId xmlns:a16="http://schemas.microsoft.com/office/drawing/2014/main" id="{803CEF79-C9BC-7658-D318-5C31DA22D5BF}"/>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8737534" y="2095142"/>
              <a:ext cx="621588" cy="621588"/>
            </a:xfrm>
            <a:prstGeom prst="rect">
              <a:avLst/>
            </a:prstGeom>
          </p:spPr>
        </p:pic>
        <p:sp>
          <p:nvSpPr>
            <p:cNvPr id="62" name="Rectangle: Rounded Corners 61">
              <a:extLst>
                <a:ext uri="{FF2B5EF4-FFF2-40B4-BE49-F238E27FC236}">
                  <a16:creationId xmlns:a16="http://schemas.microsoft.com/office/drawing/2014/main" id="{F5228558-EDC1-FD19-0265-6DBD30650716}"/>
                </a:ext>
              </a:extLst>
            </p:cNvPr>
            <p:cNvSpPr/>
            <p:nvPr/>
          </p:nvSpPr>
          <p:spPr>
            <a:xfrm>
              <a:off x="8458222" y="2904723"/>
              <a:ext cx="1180212" cy="664977"/>
            </a:xfrm>
            <a:prstGeom prst="roundRect">
              <a:avLst/>
            </a:prstGeom>
            <a:noFill/>
            <a:ln w="28575">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ectangle: Rounded Corners 63">
              <a:extLst>
                <a:ext uri="{FF2B5EF4-FFF2-40B4-BE49-F238E27FC236}">
                  <a16:creationId xmlns:a16="http://schemas.microsoft.com/office/drawing/2014/main" id="{CA020C95-1708-F640-A711-212DC222E71D}"/>
                </a:ext>
              </a:extLst>
            </p:cNvPr>
            <p:cNvSpPr/>
            <p:nvPr/>
          </p:nvSpPr>
          <p:spPr>
            <a:xfrm>
              <a:off x="8458222" y="2073448"/>
              <a:ext cx="1180212" cy="664977"/>
            </a:xfrm>
            <a:prstGeom prst="round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3" name="Group 162">
            <a:extLst>
              <a:ext uri="{FF2B5EF4-FFF2-40B4-BE49-F238E27FC236}">
                <a16:creationId xmlns:a16="http://schemas.microsoft.com/office/drawing/2014/main" id="{04A160F5-D198-F524-7B8B-E18152473D92}"/>
              </a:ext>
            </a:extLst>
          </p:cNvPr>
          <p:cNvGrpSpPr/>
          <p:nvPr/>
        </p:nvGrpSpPr>
        <p:grpSpPr>
          <a:xfrm>
            <a:off x="263352" y="3879027"/>
            <a:ext cx="2464744" cy="2565501"/>
            <a:chOff x="263352" y="4117253"/>
            <a:chExt cx="2464744" cy="2565501"/>
          </a:xfrm>
        </p:grpSpPr>
        <p:sp>
          <p:nvSpPr>
            <p:cNvPr id="159" name="Rectangle: Rounded Corners 158">
              <a:extLst>
                <a:ext uri="{FF2B5EF4-FFF2-40B4-BE49-F238E27FC236}">
                  <a16:creationId xmlns:a16="http://schemas.microsoft.com/office/drawing/2014/main" id="{17820E73-1F2C-0B17-8A5B-DA644AC7BFB3}"/>
                </a:ext>
              </a:extLst>
            </p:cNvPr>
            <p:cNvSpPr>
              <a:spLocks/>
            </p:cNvSpPr>
            <p:nvPr/>
          </p:nvSpPr>
          <p:spPr>
            <a:xfrm>
              <a:off x="263352" y="4225965"/>
              <a:ext cx="2464744" cy="2456789"/>
            </a:xfrm>
            <a:prstGeom prst="roundRect">
              <a:avLst>
                <a:gd name="adj" fmla="val 6503"/>
              </a:avLst>
            </a:prstGeom>
            <a:solidFill>
              <a:srgbClr val="F1FFE8">
                <a:alpha val="6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a:extLst>
                <a:ext uri="{FF2B5EF4-FFF2-40B4-BE49-F238E27FC236}">
                  <a16:creationId xmlns:a16="http://schemas.microsoft.com/office/drawing/2014/main" id="{1AF1CC7E-1755-39FE-72F8-70DC1D4BC6B0}"/>
                </a:ext>
              </a:extLst>
            </p:cNvPr>
            <p:cNvSpPr>
              <a:spLocks/>
            </p:cNvSpPr>
            <p:nvPr/>
          </p:nvSpPr>
          <p:spPr>
            <a:xfrm>
              <a:off x="1214573" y="4288914"/>
              <a:ext cx="1371600" cy="36823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dirty="0">
                  <a:solidFill>
                    <a:srgbClr val="51247A"/>
                  </a:solidFill>
                </a:rPr>
                <a:t>Sensor</a:t>
              </a:r>
            </a:p>
          </p:txBody>
        </p:sp>
        <p:pic>
          <p:nvPicPr>
            <p:cNvPr id="98" name="Picture 97" descr="A blue square with black lines and a square in center&#10;&#10;AI-generated content may be incorrect.">
              <a:extLst>
                <a:ext uri="{FF2B5EF4-FFF2-40B4-BE49-F238E27FC236}">
                  <a16:creationId xmlns:a16="http://schemas.microsoft.com/office/drawing/2014/main" id="{96B00D6F-A6A3-15B8-B1CF-8D4D16C6BE20}"/>
                </a:ext>
              </a:extLst>
            </p:cNvPr>
            <p:cNvPicPr>
              <a:picLocks noChangeAspect="1"/>
            </p:cNvPicPr>
            <p:nvPr/>
          </p:nvPicPr>
          <p:blipFill>
            <a:blip r:embed="rId15">
              <a:duotone>
                <a:schemeClr val="accent1">
                  <a:shade val="45000"/>
                  <a:satMod val="135000"/>
                </a:schemeClr>
                <a:prstClr val="white"/>
              </a:duotone>
            </a:blip>
            <a:stretch>
              <a:fillRect/>
            </a:stretch>
          </p:blipFill>
          <p:spPr>
            <a:xfrm>
              <a:off x="605777" y="4776048"/>
              <a:ext cx="274320" cy="274320"/>
            </a:xfrm>
            <a:prstGeom prst="rect">
              <a:avLst/>
            </a:prstGeom>
          </p:spPr>
        </p:pic>
        <p:pic>
          <p:nvPicPr>
            <p:cNvPr id="100" name="Picture 99" descr="A blue and black computer screen&#10;&#10;AI-generated content may be incorrect.">
              <a:extLst>
                <a:ext uri="{FF2B5EF4-FFF2-40B4-BE49-F238E27FC236}">
                  <a16:creationId xmlns:a16="http://schemas.microsoft.com/office/drawing/2014/main" id="{E598BDC8-A309-63C8-B903-CAE217AA5C74}"/>
                </a:ext>
              </a:extLst>
            </p:cNvPr>
            <p:cNvPicPr>
              <a:picLocks noChangeAspect="1"/>
            </p:cNvPicPr>
            <p:nvPr/>
          </p:nvPicPr>
          <p:blipFill>
            <a:blip r:embed="rId16">
              <a:duotone>
                <a:schemeClr val="accent1">
                  <a:shade val="45000"/>
                  <a:satMod val="135000"/>
                </a:schemeClr>
                <a:prstClr val="white"/>
              </a:duotone>
            </a:blip>
            <a:stretch>
              <a:fillRect/>
            </a:stretch>
          </p:blipFill>
          <p:spPr>
            <a:xfrm>
              <a:off x="605777" y="5932224"/>
              <a:ext cx="274320" cy="274320"/>
            </a:xfrm>
            <a:prstGeom prst="rect">
              <a:avLst/>
            </a:prstGeom>
          </p:spPr>
        </p:pic>
        <p:pic>
          <p:nvPicPr>
            <p:cNvPr id="101" name="Picture 100" descr="A blue arrows pointing to the left&#10;&#10;AI-generated content may be incorrect.">
              <a:extLst>
                <a:ext uri="{FF2B5EF4-FFF2-40B4-BE49-F238E27FC236}">
                  <a16:creationId xmlns:a16="http://schemas.microsoft.com/office/drawing/2014/main" id="{FF665568-7022-2B77-85A5-1CF7BD61C630}"/>
                </a:ext>
              </a:extLst>
            </p:cNvPr>
            <p:cNvPicPr>
              <a:picLocks noChangeAspect="1"/>
            </p:cNvPicPr>
            <p:nvPr/>
          </p:nvPicPr>
          <p:blipFill>
            <a:blip r:embed="rId17">
              <a:duotone>
                <a:schemeClr val="accent1">
                  <a:shade val="45000"/>
                  <a:satMod val="135000"/>
                </a:schemeClr>
                <a:prstClr val="white"/>
              </a:duotone>
            </a:blip>
            <a:stretch>
              <a:fillRect/>
            </a:stretch>
          </p:blipFill>
          <p:spPr>
            <a:xfrm>
              <a:off x="605777" y="5546832"/>
              <a:ext cx="274320" cy="274320"/>
            </a:xfrm>
            <a:prstGeom prst="rect">
              <a:avLst/>
            </a:prstGeom>
          </p:spPr>
        </p:pic>
        <p:pic>
          <p:nvPicPr>
            <p:cNvPr id="102" name="Picture 101" descr="A blue line with a black background&#10;&#10;AI-generated content may be incorrect.">
              <a:extLst>
                <a:ext uri="{FF2B5EF4-FFF2-40B4-BE49-F238E27FC236}">
                  <a16:creationId xmlns:a16="http://schemas.microsoft.com/office/drawing/2014/main" id="{0C090C97-BB3E-A48C-4E0A-6DDC967203CC}"/>
                </a:ext>
              </a:extLst>
            </p:cNvPr>
            <p:cNvPicPr>
              <a:picLocks noChangeAspect="1"/>
            </p:cNvPicPr>
            <p:nvPr/>
          </p:nvPicPr>
          <p:blipFill>
            <a:blip r:embed="rId18">
              <a:duotone>
                <a:schemeClr val="accent1">
                  <a:shade val="45000"/>
                  <a:satMod val="135000"/>
                </a:schemeClr>
                <a:prstClr val="white"/>
              </a:duotone>
            </a:blip>
            <a:stretch>
              <a:fillRect/>
            </a:stretch>
          </p:blipFill>
          <p:spPr>
            <a:xfrm>
              <a:off x="605777" y="5161440"/>
              <a:ext cx="274320" cy="274320"/>
            </a:xfrm>
            <a:prstGeom prst="rect">
              <a:avLst/>
            </a:prstGeom>
          </p:spPr>
        </p:pic>
        <p:pic>
          <p:nvPicPr>
            <p:cNvPr id="104" name="Picture 103" descr="A blue battery with a black background&#10;&#10;AI-generated content may be incorrect.">
              <a:extLst>
                <a:ext uri="{FF2B5EF4-FFF2-40B4-BE49-F238E27FC236}">
                  <a16:creationId xmlns:a16="http://schemas.microsoft.com/office/drawing/2014/main" id="{83A1C6B1-9EE0-F70F-379F-14FD1AFE6C97}"/>
                </a:ext>
              </a:extLst>
            </p:cNvPr>
            <p:cNvPicPr>
              <a:picLocks noChangeAspect="1"/>
            </p:cNvPicPr>
            <p:nvPr/>
          </p:nvPicPr>
          <p:blipFill>
            <a:blip r:embed="rId19">
              <a:duotone>
                <a:schemeClr val="accent1">
                  <a:shade val="45000"/>
                  <a:satMod val="135000"/>
                </a:schemeClr>
                <a:prstClr val="white"/>
              </a:duotone>
            </a:blip>
            <a:stretch>
              <a:fillRect/>
            </a:stretch>
          </p:blipFill>
          <p:spPr>
            <a:xfrm>
              <a:off x="605777" y="6317615"/>
              <a:ext cx="274320" cy="274320"/>
            </a:xfrm>
            <a:prstGeom prst="rect">
              <a:avLst/>
            </a:prstGeom>
          </p:spPr>
        </p:pic>
        <p:pic>
          <p:nvPicPr>
            <p:cNvPr id="106" name="Content Placeholder 30" descr="A computer chip on a green surface&#10;&#10;AI-generated content may be incorrect.">
              <a:extLst>
                <a:ext uri="{FF2B5EF4-FFF2-40B4-BE49-F238E27FC236}">
                  <a16:creationId xmlns:a16="http://schemas.microsoft.com/office/drawing/2014/main" id="{AD638EA8-21D7-E864-C9BA-04552D67522D}"/>
                </a:ext>
              </a:extLst>
            </p:cNvPr>
            <p:cNvPicPr>
              <a:picLocks noChangeAspect="1"/>
            </p:cNvPicPr>
            <p:nvPr/>
          </p:nvPicPr>
          <p:blipFill>
            <a:blip r:embed="rId20"/>
            <a:stretch>
              <a:fillRect/>
            </a:stretch>
          </p:blipFill>
          <p:spPr>
            <a:xfrm>
              <a:off x="422561" y="4117253"/>
              <a:ext cx="711558" cy="711558"/>
            </a:xfrm>
            <a:prstGeom prst="rect">
              <a:avLst/>
            </a:prstGeom>
          </p:spPr>
        </p:pic>
        <p:sp>
          <p:nvSpPr>
            <p:cNvPr id="109" name="Rectangle 108">
              <a:extLst>
                <a:ext uri="{FF2B5EF4-FFF2-40B4-BE49-F238E27FC236}">
                  <a16:creationId xmlns:a16="http://schemas.microsoft.com/office/drawing/2014/main" id="{B90EBE7A-CC4D-6F1A-2B97-C4CA9DB6E1D5}"/>
                </a:ext>
              </a:extLst>
            </p:cNvPr>
            <p:cNvSpPr>
              <a:spLocks/>
            </p:cNvSpPr>
            <p:nvPr/>
          </p:nvSpPr>
          <p:spPr>
            <a:xfrm>
              <a:off x="1214573" y="4729090"/>
              <a:ext cx="1371600" cy="36823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rgbClr val="51247A"/>
                  </a:solidFill>
                </a:rPr>
                <a:t>main control</a:t>
              </a:r>
            </a:p>
          </p:txBody>
        </p:sp>
        <p:sp>
          <p:nvSpPr>
            <p:cNvPr id="110" name="Rectangle 109">
              <a:extLst>
                <a:ext uri="{FF2B5EF4-FFF2-40B4-BE49-F238E27FC236}">
                  <a16:creationId xmlns:a16="http://schemas.microsoft.com/office/drawing/2014/main" id="{9051DA1E-4450-5E2B-B661-B38D88CD0BBE}"/>
                </a:ext>
              </a:extLst>
            </p:cNvPr>
            <p:cNvSpPr>
              <a:spLocks/>
            </p:cNvSpPr>
            <p:nvPr/>
          </p:nvSpPr>
          <p:spPr>
            <a:xfrm>
              <a:off x="1214573" y="5114482"/>
              <a:ext cx="1350454" cy="36823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1400" dirty="0">
                  <a:solidFill>
                    <a:srgbClr val="51247A"/>
                  </a:solidFill>
                </a:rPr>
                <a:t>sensing</a:t>
              </a:r>
              <a:endParaRPr lang="en-US" sz="1400" dirty="0">
                <a:solidFill>
                  <a:srgbClr val="51247A"/>
                </a:solidFill>
              </a:endParaRPr>
            </a:p>
          </p:txBody>
        </p:sp>
        <p:sp>
          <p:nvSpPr>
            <p:cNvPr id="111" name="Rectangle 110">
              <a:extLst>
                <a:ext uri="{FF2B5EF4-FFF2-40B4-BE49-F238E27FC236}">
                  <a16:creationId xmlns:a16="http://schemas.microsoft.com/office/drawing/2014/main" id="{28BB1913-3C11-3C55-5D7D-93D831F9342D}"/>
                </a:ext>
              </a:extLst>
            </p:cNvPr>
            <p:cNvSpPr>
              <a:spLocks/>
            </p:cNvSpPr>
            <p:nvPr/>
          </p:nvSpPr>
          <p:spPr>
            <a:xfrm>
              <a:off x="1214573" y="5499874"/>
              <a:ext cx="1385937" cy="36823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1400" dirty="0">
                  <a:solidFill>
                    <a:srgbClr val="51247A"/>
                  </a:solidFill>
                </a:rPr>
                <a:t>communication</a:t>
              </a:r>
              <a:endParaRPr lang="en-US" sz="1400" dirty="0">
                <a:solidFill>
                  <a:srgbClr val="51247A"/>
                </a:solidFill>
              </a:endParaRPr>
            </a:p>
          </p:txBody>
        </p:sp>
        <p:sp>
          <p:nvSpPr>
            <p:cNvPr id="112" name="Rectangle 111">
              <a:extLst>
                <a:ext uri="{FF2B5EF4-FFF2-40B4-BE49-F238E27FC236}">
                  <a16:creationId xmlns:a16="http://schemas.microsoft.com/office/drawing/2014/main" id="{021F4483-8BB4-11FF-2C68-11DAF44E8BE6}"/>
                </a:ext>
              </a:extLst>
            </p:cNvPr>
            <p:cNvSpPr>
              <a:spLocks/>
            </p:cNvSpPr>
            <p:nvPr/>
          </p:nvSpPr>
          <p:spPr>
            <a:xfrm>
              <a:off x="1214573" y="5885266"/>
              <a:ext cx="1385937" cy="36823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1400" dirty="0">
                  <a:solidFill>
                    <a:srgbClr val="51247A"/>
                  </a:solidFill>
                </a:rPr>
                <a:t>interaction</a:t>
              </a:r>
              <a:endParaRPr lang="en-US" sz="1400" dirty="0">
                <a:solidFill>
                  <a:srgbClr val="51247A"/>
                </a:solidFill>
              </a:endParaRPr>
            </a:p>
          </p:txBody>
        </p:sp>
        <p:sp>
          <p:nvSpPr>
            <p:cNvPr id="113" name="Rectangle 112">
              <a:extLst>
                <a:ext uri="{FF2B5EF4-FFF2-40B4-BE49-F238E27FC236}">
                  <a16:creationId xmlns:a16="http://schemas.microsoft.com/office/drawing/2014/main" id="{8F081839-E086-A61E-095E-55353AE56FE3}"/>
                </a:ext>
              </a:extLst>
            </p:cNvPr>
            <p:cNvSpPr>
              <a:spLocks/>
            </p:cNvSpPr>
            <p:nvPr/>
          </p:nvSpPr>
          <p:spPr>
            <a:xfrm>
              <a:off x="1214573" y="6270657"/>
              <a:ext cx="1385937" cy="36823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rgbClr val="51247A"/>
                  </a:solidFill>
                </a:rPr>
                <a:t>power</a:t>
              </a:r>
            </a:p>
          </p:txBody>
        </p:sp>
      </p:grpSp>
      <p:grpSp>
        <p:nvGrpSpPr>
          <p:cNvPr id="166" name="Group 165">
            <a:extLst>
              <a:ext uri="{FF2B5EF4-FFF2-40B4-BE49-F238E27FC236}">
                <a16:creationId xmlns:a16="http://schemas.microsoft.com/office/drawing/2014/main" id="{503A9D75-3D6A-C9E1-28F0-D062325A3219}"/>
              </a:ext>
            </a:extLst>
          </p:cNvPr>
          <p:cNvGrpSpPr/>
          <p:nvPr/>
        </p:nvGrpSpPr>
        <p:grpSpPr>
          <a:xfrm>
            <a:off x="9298296" y="3962174"/>
            <a:ext cx="2506628" cy="2461949"/>
            <a:chOff x="8364817" y="4200400"/>
            <a:chExt cx="2506628" cy="2461949"/>
          </a:xfrm>
        </p:grpSpPr>
        <p:sp>
          <p:nvSpPr>
            <p:cNvPr id="162" name="Rectangle: Rounded Corners 161">
              <a:extLst>
                <a:ext uri="{FF2B5EF4-FFF2-40B4-BE49-F238E27FC236}">
                  <a16:creationId xmlns:a16="http://schemas.microsoft.com/office/drawing/2014/main" id="{31CF9DF9-42AB-C1E4-1E42-C1F4FADDB3DF}"/>
                </a:ext>
              </a:extLst>
            </p:cNvPr>
            <p:cNvSpPr>
              <a:spLocks/>
            </p:cNvSpPr>
            <p:nvPr/>
          </p:nvSpPr>
          <p:spPr>
            <a:xfrm>
              <a:off x="8364817" y="4205560"/>
              <a:ext cx="2464744" cy="2456789"/>
            </a:xfrm>
            <a:prstGeom prst="roundRect">
              <a:avLst>
                <a:gd name="adj" fmla="val 6503"/>
              </a:avLst>
            </a:prstGeom>
            <a:solidFill>
              <a:srgbClr val="F1FFE8">
                <a:alpha val="6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8284B58C-D6F9-3ED1-A025-3CCB37AF5173}"/>
                </a:ext>
              </a:extLst>
            </p:cNvPr>
            <p:cNvSpPr/>
            <p:nvPr/>
          </p:nvSpPr>
          <p:spPr>
            <a:xfrm>
              <a:off x="8945278" y="4288914"/>
              <a:ext cx="1563145" cy="36823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1400" b="1" dirty="0">
                  <a:solidFill>
                    <a:srgbClr val="51247A"/>
                  </a:solidFill>
                </a:rPr>
                <a:t>Uses</a:t>
              </a:r>
              <a:endParaRPr lang="en-US" sz="1400" b="1" dirty="0">
                <a:solidFill>
                  <a:srgbClr val="51247A"/>
                </a:solidFill>
              </a:endParaRPr>
            </a:p>
          </p:txBody>
        </p:sp>
        <p:pic>
          <p:nvPicPr>
            <p:cNvPr id="119" name="Picture 118" descr="A house on a ground&#10;&#10;AI-generated content may be incorrect.">
              <a:extLst>
                <a:ext uri="{FF2B5EF4-FFF2-40B4-BE49-F238E27FC236}">
                  <a16:creationId xmlns:a16="http://schemas.microsoft.com/office/drawing/2014/main" id="{8FC88996-4B4D-B6E0-01F4-E55F253808E0}"/>
                </a:ext>
              </a:extLst>
            </p:cNvPr>
            <p:cNvPicPr>
              <a:picLocks noChangeAspect="1"/>
            </p:cNvPicPr>
            <p:nvPr/>
          </p:nvPicPr>
          <p:blipFill>
            <a:blip r:embed="rId21"/>
            <a:stretch>
              <a:fillRect/>
            </a:stretch>
          </p:blipFill>
          <p:spPr>
            <a:xfrm>
              <a:off x="8411723" y="4200400"/>
              <a:ext cx="594862" cy="594862"/>
            </a:xfrm>
            <a:prstGeom prst="rect">
              <a:avLst/>
            </a:prstGeom>
          </p:spPr>
        </p:pic>
        <p:pic>
          <p:nvPicPr>
            <p:cNvPr id="140" name="Picture 139" descr="A magnifying glass with a warning sign&#10;&#10;AI-generated content may be incorrect.">
              <a:extLst>
                <a:ext uri="{FF2B5EF4-FFF2-40B4-BE49-F238E27FC236}">
                  <a16:creationId xmlns:a16="http://schemas.microsoft.com/office/drawing/2014/main" id="{7414EC57-CD12-503D-0333-D3D8F9CEF898}"/>
                </a:ext>
              </a:extLst>
            </p:cNvPr>
            <p:cNvPicPr>
              <a:picLocks noChangeAspect="1"/>
            </p:cNvPicPr>
            <p:nvPr/>
          </p:nvPicPr>
          <p:blipFill>
            <a:blip r:embed="rId22">
              <a:duotone>
                <a:schemeClr val="accent1">
                  <a:shade val="45000"/>
                  <a:satMod val="135000"/>
                </a:schemeClr>
                <a:prstClr val="white"/>
              </a:duotone>
            </a:blip>
            <a:stretch>
              <a:fillRect/>
            </a:stretch>
          </p:blipFill>
          <p:spPr>
            <a:xfrm flipH="1">
              <a:off x="8549648" y="5238951"/>
              <a:ext cx="328466" cy="328466"/>
            </a:xfrm>
            <a:prstGeom prst="rect">
              <a:avLst/>
            </a:prstGeom>
          </p:spPr>
        </p:pic>
        <p:pic>
          <p:nvPicPr>
            <p:cNvPr id="141" name="Picture 140" descr="A blue square with a line of a pulse&#10;&#10;AI-generated content may be incorrect.">
              <a:extLst>
                <a:ext uri="{FF2B5EF4-FFF2-40B4-BE49-F238E27FC236}">
                  <a16:creationId xmlns:a16="http://schemas.microsoft.com/office/drawing/2014/main" id="{9DD86602-7A9C-BCEF-A85F-4455A5488479}"/>
                </a:ext>
              </a:extLst>
            </p:cNvPr>
            <p:cNvPicPr>
              <a:picLocks noChangeAspect="1"/>
            </p:cNvPicPr>
            <p:nvPr/>
          </p:nvPicPr>
          <p:blipFill>
            <a:blip r:embed="rId23">
              <a:duotone>
                <a:schemeClr val="accent1">
                  <a:shade val="45000"/>
                  <a:satMod val="135000"/>
                </a:schemeClr>
                <a:prstClr val="white"/>
              </a:duotone>
            </a:blip>
            <a:stretch>
              <a:fillRect/>
            </a:stretch>
          </p:blipFill>
          <p:spPr>
            <a:xfrm flipH="1">
              <a:off x="8582156" y="4784207"/>
              <a:ext cx="258003" cy="258003"/>
            </a:xfrm>
            <a:prstGeom prst="rect">
              <a:avLst/>
            </a:prstGeom>
          </p:spPr>
        </p:pic>
        <p:pic>
          <p:nvPicPr>
            <p:cNvPr id="143" name="Picture 142" descr="A house with a crack in the ground&#10;&#10;AI-generated content may be incorrect.">
              <a:extLst>
                <a:ext uri="{FF2B5EF4-FFF2-40B4-BE49-F238E27FC236}">
                  <a16:creationId xmlns:a16="http://schemas.microsoft.com/office/drawing/2014/main" id="{BADDEB94-5A71-6BB5-F2A1-B97CA274F620}"/>
                </a:ext>
              </a:extLst>
            </p:cNvPr>
            <p:cNvPicPr>
              <a:picLocks noChangeAspect="1"/>
            </p:cNvPicPr>
            <p:nvPr/>
          </p:nvPicPr>
          <p:blipFill>
            <a:blip r:embed="rId24">
              <a:duotone>
                <a:schemeClr val="accent1">
                  <a:shade val="45000"/>
                  <a:satMod val="135000"/>
                </a:schemeClr>
                <a:prstClr val="white"/>
              </a:duotone>
            </a:blip>
            <a:stretch>
              <a:fillRect/>
            </a:stretch>
          </p:blipFill>
          <p:spPr>
            <a:xfrm>
              <a:off x="8576169" y="5764157"/>
              <a:ext cx="269975" cy="269975"/>
            </a:xfrm>
            <a:prstGeom prst="rect">
              <a:avLst/>
            </a:prstGeom>
          </p:spPr>
        </p:pic>
        <p:sp>
          <p:nvSpPr>
            <p:cNvPr id="144" name="Rectangle 143">
              <a:extLst>
                <a:ext uri="{FF2B5EF4-FFF2-40B4-BE49-F238E27FC236}">
                  <a16:creationId xmlns:a16="http://schemas.microsoft.com/office/drawing/2014/main" id="{5CC440F6-76B5-0DD7-C05B-28EABB98CAFC}"/>
                </a:ext>
              </a:extLst>
            </p:cNvPr>
            <p:cNvSpPr/>
            <p:nvPr/>
          </p:nvSpPr>
          <p:spPr>
            <a:xfrm>
              <a:off x="8911454" y="4729090"/>
              <a:ext cx="1959989" cy="36823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rgbClr val="51247A"/>
                  </a:solidFill>
                </a:rPr>
                <a:t>live streaming</a:t>
              </a:r>
            </a:p>
          </p:txBody>
        </p:sp>
        <p:sp>
          <p:nvSpPr>
            <p:cNvPr id="145" name="Rectangle 144">
              <a:extLst>
                <a:ext uri="{FF2B5EF4-FFF2-40B4-BE49-F238E27FC236}">
                  <a16:creationId xmlns:a16="http://schemas.microsoft.com/office/drawing/2014/main" id="{F8711FE3-4F63-7175-2D20-B587113059CE}"/>
                </a:ext>
              </a:extLst>
            </p:cNvPr>
            <p:cNvSpPr/>
            <p:nvPr/>
          </p:nvSpPr>
          <p:spPr>
            <a:xfrm>
              <a:off x="8911455" y="5210691"/>
              <a:ext cx="1959990" cy="36823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rgbClr val="51247A"/>
                  </a:solidFill>
                </a:rPr>
                <a:t>anomaly detection</a:t>
              </a:r>
            </a:p>
          </p:txBody>
        </p:sp>
        <p:sp>
          <p:nvSpPr>
            <p:cNvPr id="146" name="Rectangle 145">
              <a:extLst>
                <a:ext uri="{FF2B5EF4-FFF2-40B4-BE49-F238E27FC236}">
                  <a16:creationId xmlns:a16="http://schemas.microsoft.com/office/drawing/2014/main" id="{1460AAE7-9B1D-DED2-7CF0-D2A218A01964}"/>
                </a:ext>
              </a:extLst>
            </p:cNvPr>
            <p:cNvSpPr/>
            <p:nvPr/>
          </p:nvSpPr>
          <p:spPr>
            <a:xfrm>
              <a:off x="8911455" y="5692291"/>
              <a:ext cx="1959988" cy="36823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rgbClr val="51247A"/>
                  </a:solidFill>
                </a:rPr>
                <a:t>sudden damage alarm</a:t>
              </a:r>
            </a:p>
          </p:txBody>
        </p:sp>
      </p:grpSp>
      <p:grpSp>
        <p:nvGrpSpPr>
          <p:cNvPr id="164" name="Group 163">
            <a:extLst>
              <a:ext uri="{FF2B5EF4-FFF2-40B4-BE49-F238E27FC236}">
                <a16:creationId xmlns:a16="http://schemas.microsoft.com/office/drawing/2014/main" id="{495E044D-39F6-4CF2-63D7-F2C53CEB8306}"/>
              </a:ext>
            </a:extLst>
          </p:cNvPr>
          <p:cNvGrpSpPr/>
          <p:nvPr/>
        </p:nvGrpSpPr>
        <p:grpSpPr>
          <a:xfrm>
            <a:off x="3240766" y="3967334"/>
            <a:ext cx="2464744" cy="2456789"/>
            <a:chOff x="2963840" y="4205560"/>
            <a:chExt cx="2464744" cy="2456789"/>
          </a:xfrm>
        </p:grpSpPr>
        <p:sp>
          <p:nvSpPr>
            <p:cNvPr id="160" name="Rectangle: Rounded Corners 159">
              <a:extLst>
                <a:ext uri="{FF2B5EF4-FFF2-40B4-BE49-F238E27FC236}">
                  <a16:creationId xmlns:a16="http://schemas.microsoft.com/office/drawing/2014/main" id="{7B59B744-DCA8-E026-7D68-DD909FBA0A97}"/>
                </a:ext>
              </a:extLst>
            </p:cNvPr>
            <p:cNvSpPr>
              <a:spLocks/>
            </p:cNvSpPr>
            <p:nvPr/>
          </p:nvSpPr>
          <p:spPr>
            <a:xfrm>
              <a:off x="2963840" y="4205560"/>
              <a:ext cx="2464744" cy="2456789"/>
            </a:xfrm>
            <a:prstGeom prst="roundRect">
              <a:avLst>
                <a:gd name="adj" fmla="val 6503"/>
              </a:avLst>
            </a:prstGeom>
            <a:solidFill>
              <a:srgbClr val="F1FFE8">
                <a:alpha val="6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ectangle 71">
              <a:extLst>
                <a:ext uri="{FF2B5EF4-FFF2-40B4-BE49-F238E27FC236}">
                  <a16:creationId xmlns:a16="http://schemas.microsoft.com/office/drawing/2014/main" id="{1798D38D-6EB0-1E90-3695-3C818ADA4EAF}"/>
                </a:ext>
              </a:extLst>
            </p:cNvPr>
            <p:cNvSpPr/>
            <p:nvPr/>
          </p:nvSpPr>
          <p:spPr>
            <a:xfrm>
              <a:off x="3637689" y="4288914"/>
              <a:ext cx="1544034" cy="36823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dirty="0">
                  <a:solidFill>
                    <a:srgbClr val="51247A"/>
                  </a:solidFill>
                </a:rPr>
                <a:t>Software</a:t>
              </a:r>
            </a:p>
          </p:txBody>
        </p:sp>
        <p:pic>
          <p:nvPicPr>
            <p:cNvPr id="97" name="Picture 96" descr="A blue square with black text&#10;&#10;AI-generated content may be incorrect.">
              <a:extLst>
                <a:ext uri="{FF2B5EF4-FFF2-40B4-BE49-F238E27FC236}">
                  <a16:creationId xmlns:a16="http://schemas.microsoft.com/office/drawing/2014/main" id="{6743DCC9-EF21-442D-36B8-FBF4B069E068}"/>
                </a:ext>
              </a:extLst>
            </p:cNvPr>
            <p:cNvPicPr>
              <a:picLocks noChangeAspect="1"/>
            </p:cNvPicPr>
            <p:nvPr/>
          </p:nvPicPr>
          <p:blipFill>
            <a:blip r:embed="rId25">
              <a:duotone>
                <a:schemeClr val="accent1">
                  <a:shade val="45000"/>
                  <a:satMod val="135000"/>
                </a:schemeClr>
                <a:prstClr val="white"/>
              </a:duotone>
            </a:blip>
            <a:stretch>
              <a:fillRect/>
            </a:stretch>
          </p:blipFill>
          <p:spPr>
            <a:xfrm>
              <a:off x="3220385" y="5801780"/>
              <a:ext cx="274320" cy="274320"/>
            </a:xfrm>
            <a:prstGeom prst="rect">
              <a:avLst/>
            </a:prstGeom>
          </p:spPr>
        </p:pic>
        <p:pic>
          <p:nvPicPr>
            <p:cNvPr id="99" name="Picture 98" descr="A blue circuit board with a square and square buttons&#10;&#10;AI-generated content may be incorrect.">
              <a:extLst>
                <a:ext uri="{FF2B5EF4-FFF2-40B4-BE49-F238E27FC236}">
                  <a16:creationId xmlns:a16="http://schemas.microsoft.com/office/drawing/2014/main" id="{F1DF6073-173B-C1F8-4820-BDBFDBB45903}"/>
                </a:ext>
              </a:extLst>
            </p:cNvPr>
            <p:cNvPicPr>
              <a:picLocks noChangeAspect="1"/>
            </p:cNvPicPr>
            <p:nvPr/>
          </p:nvPicPr>
          <p:blipFill>
            <a:blip r:embed="rId26">
              <a:duotone>
                <a:schemeClr val="accent1">
                  <a:shade val="45000"/>
                  <a:satMod val="135000"/>
                </a:schemeClr>
                <a:prstClr val="white"/>
              </a:duotone>
            </a:blip>
            <a:stretch>
              <a:fillRect/>
            </a:stretch>
          </p:blipFill>
          <p:spPr>
            <a:xfrm>
              <a:off x="3220385" y="6313146"/>
              <a:ext cx="274320" cy="274320"/>
            </a:xfrm>
            <a:prstGeom prst="rect">
              <a:avLst/>
            </a:prstGeom>
          </p:spPr>
        </p:pic>
        <p:pic>
          <p:nvPicPr>
            <p:cNvPr id="108" name="Picture 107" descr="A white gears with blue arrows&#10;&#10;AI-generated content may be incorrect.">
              <a:extLst>
                <a:ext uri="{FF2B5EF4-FFF2-40B4-BE49-F238E27FC236}">
                  <a16:creationId xmlns:a16="http://schemas.microsoft.com/office/drawing/2014/main" id="{85DCD296-58E7-28E1-4FA8-8BDC9DE3A9FD}"/>
                </a:ext>
              </a:extLst>
            </p:cNvPr>
            <p:cNvPicPr>
              <a:picLocks noChangeAspect="1"/>
            </p:cNvPicPr>
            <p:nvPr/>
          </p:nvPicPr>
          <p:blipFill>
            <a:blip r:embed="rId27"/>
            <a:stretch>
              <a:fillRect/>
            </a:stretch>
          </p:blipFill>
          <p:spPr>
            <a:xfrm>
              <a:off x="3064104" y="4222614"/>
              <a:ext cx="550434" cy="550434"/>
            </a:xfrm>
            <a:prstGeom prst="rect">
              <a:avLst/>
            </a:prstGeom>
          </p:spPr>
        </p:pic>
        <p:sp>
          <p:nvSpPr>
            <p:cNvPr id="115" name="Rectangle 114">
              <a:extLst>
                <a:ext uri="{FF2B5EF4-FFF2-40B4-BE49-F238E27FC236}">
                  <a16:creationId xmlns:a16="http://schemas.microsoft.com/office/drawing/2014/main" id="{B83ABD76-81D1-FDD2-7F4B-CFCAAE34CE0D}"/>
                </a:ext>
              </a:extLst>
            </p:cNvPr>
            <p:cNvSpPr/>
            <p:nvPr/>
          </p:nvSpPr>
          <p:spPr>
            <a:xfrm>
              <a:off x="3637690" y="5242946"/>
              <a:ext cx="1544034" cy="368236"/>
            </a:xfrm>
            <a:prstGeom prst="rect">
              <a:avLst/>
            </a:prstGeom>
            <a:noFill/>
            <a:ln w="19050">
              <a:solidFill>
                <a:srgbClr val="FF0000"/>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1400" dirty="0">
                  <a:solidFill>
                    <a:srgbClr val="51247A"/>
                  </a:solidFill>
                </a:rPr>
                <a:t>middleware layer</a:t>
              </a:r>
              <a:endParaRPr lang="en-US" sz="1400" dirty="0">
                <a:solidFill>
                  <a:srgbClr val="51247A"/>
                </a:solidFill>
              </a:endParaRPr>
            </a:p>
          </p:txBody>
        </p:sp>
        <p:sp>
          <p:nvSpPr>
            <p:cNvPr id="116" name="Rectangle 115">
              <a:extLst>
                <a:ext uri="{FF2B5EF4-FFF2-40B4-BE49-F238E27FC236}">
                  <a16:creationId xmlns:a16="http://schemas.microsoft.com/office/drawing/2014/main" id="{E67A4091-B907-A235-7EBA-BFE48131CBB7}"/>
                </a:ext>
              </a:extLst>
            </p:cNvPr>
            <p:cNvSpPr/>
            <p:nvPr/>
          </p:nvSpPr>
          <p:spPr>
            <a:xfrm>
              <a:off x="3637689" y="5756802"/>
              <a:ext cx="1431472" cy="36823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1400" dirty="0">
                  <a:solidFill>
                    <a:srgbClr val="51247A"/>
                  </a:solidFill>
                </a:rPr>
                <a:t>driver layer</a:t>
              </a:r>
              <a:endParaRPr lang="en-US" sz="1400" dirty="0">
                <a:solidFill>
                  <a:srgbClr val="51247A"/>
                </a:solidFill>
              </a:endParaRPr>
            </a:p>
          </p:txBody>
        </p:sp>
        <p:sp>
          <p:nvSpPr>
            <p:cNvPr id="117" name="Rectangle 116">
              <a:extLst>
                <a:ext uri="{FF2B5EF4-FFF2-40B4-BE49-F238E27FC236}">
                  <a16:creationId xmlns:a16="http://schemas.microsoft.com/office/drawing/2014/main" id="{82CAB1B4-E7FC-6602-7BDA-56FFF934334D}"/>
                </a:ext>
              </a:extLst>
            </p:cNvPr>
            <p:cNvSpPr/>
            <p:nvPr/>
          </p:nvSpPr>
          <p:spPr>
            <a:xfrm>
              <a:off x="3637689" y="6270657"/>
              <a:ext cx="1562831" cy="36823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1400" dirty="0">
                  <a:solidFill>
                    <a:srgbClr val="51247A"/>
                  </a:solidFill>
                </a:rPr>
                <a:t>hardware layer</a:t>
              </a:r>
              <a:endParaRPr lang="en-US" sz="1400" dirty="0">
                <a:solidFill>
                  <a:srgbClr val="51247A"/>
                </a:solidFill>
              </a:endParaRPr>
            </a:p>
          </p:txBody>
        </p:sp>
        <p:pic>
          <p:nvPicPr>
            <p:cNvPr id="133" name="Picture 132" descr="A blue and black logo&#10;&#10;AI-generated content may be incorrect.">
              <a:extLst>
                <a:ext uri="{FF2B5EF4-FFF2-40B4-BE49-F238E27FC236}">
                  <a16:creationId xmlns:a16="http://schemas.microsoft.com/office/drawing/2014/main" id="{E506199F-2B91-4E3B-DF3B-6C9F1906EF31}"/>
                </a:ext>
              </a:extLst>
            </p:cNvPr>
            <p:cNvPicPr>
              <a:picLocks noChangeAspect="1"/>
            </p:cNvPicPr>
            <p:nvPr/>
          </p:nvPicPr>
          <p:blipFill>
            <a:blip r:embed="rId28">
              <a:duotone>
                <a:schemeClr val="accent1">
                  <a:shade val="45000"/>
                  <a:satMod val="135000"/>
                </a:schemeClr>
                <a:prstClr val="white"/>
              </a:duotone>
            </a:blip>
            <a:stretch>
              <a:fillRect/>
            </a:stretch>
          </p:blipFill>
          <p:spPr>
            <a:xfrm>
              <a:off x="3220385" y="5290414"/>
              <a:ext cx="274321" cy="274321"/>
            </a:xfrm>
            <a:prstGeom prst="rect">
              <a:avLst/>
            </a:prstGeom>
          </p:spPr>
        </p:pic>
        <p:sp>
          <p:nvSpPr>
            <p:cNvPr id="152" name="Rectangle 151">
              <a:extLst>
                <a:ext uri="{FF2B5EF4-FFF2-40B4-BE49-F238E27FC236}">
                  <a16:creationId xmlns:a16="http://schemas.microsoft.com/office/drawing/2014/main" id="{1DAA7D75-27A5-EA88-37F7-6AC7F20B87E8}"/>
                </a:ext>
              </a:extLst>
            </p:cNvPr>
            <p:cNvSpPr/>
            <p:nvPr/>
          </p:nvSpPr>
          <p:spPr>
            <a:xfrm>
              <a:off x="3637689" y="4729090"/>
              <a:ext cx="1544034" cy="36823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1400" dirty="0">
                  <a:solidFill>
                    <a:srgbClr val="51247A"/>
                  </a:solidFill>
                </a:rPr>
                <a:t>application layer</a:t>
              </a:r>
              <a:endParaRPr lang="en-US" sz="1400" dirty="0">
                <a:solidFill>
                  <a:srgbClr val="51247A"/>
                </a:solidFill>
              </a:endParaRPr>
            </a:p>
          </p:txBody>
        </p:sp>
        <p:pic>
          <p:nvPicPr>
            <p:cNvPr id="155" name="Picture 154" descr="A blue icon with a wrench&#10;&#10;AI-generated content may be incorrect.">
              <a:extLst>
                <a:ext uri="{FF2B5EF4-FFF2-40B4-BE49-F238E27FC236}">
                  <a16:creationId xmlns:a16="http://schemas.microsoft.com/office/drawing/2014/main" id="{4E668744-5A27-B49C-B7B4-A2BE73BC9958}"/>
                </a:ext>
              </a:extLst>
            </p:cNvPr>
            <p:cNvPicPr>
              <a:picLocks noChangeAspect="1"/>
            </p:cNvPicPr>
            <p:nvPr/>
          </p:nvPicPr>
          <p:blipFill>
            <a:blip r:embed="rId29">
              <a:duotone>
                <a:schemeClr val="accent1">
                  <a:shade val="45000"/>
                  <a:satMod val="135000"/>
                </a:schemeClr>
                <a:prstClr val="white"/>
              </a:duotone>
            </a:blip>
            <a:stretch>
              <a:fillRect/>
            </a:stretch>
          </p:blipFill>
          <p:spPr>
            <a:xfrm>
              <a:off x="3220385" y="4773048"/>
              <a:ext cx="280321" cy="280321"/>
            </a:xfrm>
            <a:prstGeom prst="rect">
              <a:avLst/>
            </a:prstGeom>
          </p:spPr>
        </p:pic>
      </p:grpSp>
      <p:sp>
        <p:nvSpPr>
          <p:cNvPr id="168" name="TextBox 167">
            <a:extLst>
              <a:ext uri="{FF2B5EF4-FFF2-40B4-BE49-F238E27FC236}">
                <a16:creationId xmlns:a16="http://schemas.microsoft.com/office/drawing/2014/main" id="{06BD77DA-CBA3-0CAD-8498-4CE9DC51B50F}"/>
              </a:ext>
            </a:extLst>
          </p:cNvPr>
          <p:cNvSpPr txBox="1"/>
          <p:nvPr/>
        </p:nvSpPr>
        <p:spPr>
          <a:xfrm>
            <a:off x="10148286" y="6588299"/>
            <a:ext cx="2043714" cy="276999"/>
          </a:xfrm>
          <a:prstGeom prst="rect">
            <a:avLst/>
          </a:prstGeom>
          <a:noFill/>
        </p:spPr>
        <p:txBody>
          <a:bodyPr wrap="square">
            <a:spAutoFit/>
          </a:bodyPr>
          <a:lstStyle/>
          <a:p>
            <a:pPr algn="r"/>
            <a:r>
              <a:rPr lang="en-US" sz="1200" b="1" dirty="0">
                <a:solidFill>
                  <a:srgbClr val="51247A"/>
                </a:solidFill>
                <a:latin typeface="+mj-lt"/>
                <a:cs typeface="Times New Roman" panose="02020603050405020304" pitchFamily="18" charset="0"/>
              </a:rPr>
              <a:t>CEE - CUI SHUAIWEN</a:t>
            </a:r>
          </a:p>
        </p:txBody>
      </p:sp>
      <p:sp>
        <p:nvSpPr>
          <p:cNvPr id="169" name="Arrow: Right 168">
            <a:extLst>
              <a:ext uri="{FF2B5EF4-FFF2-40B4-BE49-F238E27FC236}">
                <a16:creationId xmlns:a16="http://schemas.microsoft.com/office/drawing/2014/main" id="{EA3A5458-C99C-B145-9DDB-9A13A981E315}"/>
              </a:ext>
            </a:extLst>
          </p:cNvPr>
          <p:cNvSpPr/>
          <p:nvPr/>
        </p:nvSpPr>
        <p:spPr>
          <a:xfrm>
            <a:off x="2842004" y="5087340"/>
            <a:ext cx="288032" cy="21602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 name="Arrow: Right 169">
            <a:extLst>
              <a:ext uri="{FF2B5EF4-FFF2-40B4-BE49-F238E27FC236}">
                <a16:creationId xmlns:a16="http://schemas.microsoft.com/office/drawing/2014/main" id="{2B7ED42F-722B-65C0-FAD1-90D1ED629302}"/>
              </a:ext>
            </a:extLst>
          </p:cNvPr>
          <p:cNvSpPr/>
          <p:nvPr/>
        </p:nvSpPr>
        <p:spPr>
          <a:xfrm>
            <a:off x="5807968" y="5087340"/>
            <a:ext cx="288032" cy="21602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 name="Arrow: Right 170">
            <a:extLst>
              <a:ext uri="{FF2B5EF4-FFF2-40B4-BE49-F238E27FC236}">
                <a16:creationId xmlns:a16="http://schemas.microsoft.com/office/drawing/2014/main" id="{6F6BD05F-972E-4B38-996E-08D7E3C1E634}"/>
              </a:ext>
            </a:extLst>
          </p:cNvPr>
          <p:cNvSpPr/>
          <p:nvPr/>
        </p:nvSpPr>
        <p:spPr>
          <a:xfrm>
            <a:off x="8832304" y="5081362"/>
            <a:ext cx="288032" cy="21602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3" name="Straight Connector 172">
            <a:extLst>
              <a:ext uri="{FF2B5EF4-FFF2-40B4-BE49-F238E27FC236}">
                <a16:creationId xmlns:a16="http://schemas.microsoft.com/office/drawing/2014/main" id="{8550C951-060F-4C14-69AB-49D157DA8458}"/>
              </a:ext>
            </a:extLst>
          </p:cNvPr>
          <p:cNvCxnSpPr>
            <a:cxnSpLocks/>
          </p:cNvCxnSpPr>
          <p:nvPr/>
        </p:nvCxnSpPr>
        <p:spPr>
          <a:xfrm flipV="1">
            <a:off x="5447928" y="4077072"/>
            <a:ext cx="792088" cy="936104"/>
          </a:xfrm>
          <a:prstGeom prst="line">
            <a:avLst/>
          </a:prstGeom>
          <a:ln w="19050">
            <a:solidFill>
              <a:srgbClr val="FF0000"/>
            </a:solidFill>
            <a:prstDash val="lgDash"/>
          </a:ln>
        </p:spPr>
        <p:style>
          <a:lnRef idx="1">
            <a:schemeClr val="accent1"/>
          </a:lnRef>
          <a:fillRef idx="0">
            <a:schemeClr val="accent1"/>
          </a:fillRef>
          <a:effectRef idx="0">
            <a:schemeClr val="accent1"/>
          </a:effectRef>
          <a:fontRef idx="minor">
            <a:schemeClr val="tx1"/>
          </a:fontRef>
        </p:style>
      </p:cxnSp>
      <p:cxnSp>
        <p:nvCxnSpPr>
          <p:cNvPr id="175" name="Straight Connector 174">
            <a:extLst>
              <a:ext uri="{FF2B5EF4-FFF2-40B4-BE49-F238E27FC236}">
                <a16:creationId xmlns:a16="http://schemas.microsoft.com/office/drawing/2014/main" id="{111F09C2-4541-521D-4BEB-3A7454BA70EB}"/>
              </a:ext>
            </a:extLst>
          </p:cNvPr>
          <p:cNvCxnSpPr>
            <a:cxnSpLocks/>
          </p:cNvCxnSpPr>
          <p:nvPr/>
        </p:nvCxnSpPr>
        <p:spPr>
          <a:xfrm>
            <a:off x="5447928" y="5377528"/>
            <a:ext cx="792088" cy="956686"/>
          </a:xfrm>
          <a:prstGeom prst="line">
            <a:avLst/>
          </a:prstGeom>
          <a:ln w="19050">
            <a:solidFill>
              <a:srgbClr val="FF0000"/>
            </a:solidFill>
            <a:prstDash val="lgDash"/>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7777C404-9F3B-3530-8D15-F2C376FEFCA3}"/>
              </a:ext>
            </a:extLst>
          </p:cNvPr>
          <p:cNvGrpSpPr/>
          <p:nvPr/>
        </p:nvGrpSpPr>
        <p:grpSpPr>
          <a:xfrm>
            <a:off x="6242948" y="3967334"/>
            <a:ext cx="2567446" cy="2456789"/>
            <a:chOff x="6242948" y="3967334"/>
            <a:chExt cx="2567446" cy="2456789"/>
          </a:xfrm>
        </p:grpSpPr>
        <p:sp>
          <p:nvSpPr>
            <p:cNvPr id="161" name="Rectangle: Rounded Corners 160">
              <a:extLst>
                <a:ext uri="{FF2B5EF4-FFF2-40B4-BE49-F238E27FC236}">
                  <a16:creationId xmlns:a16="http://schemas.microsoft.com/office/drawing/2014/main" id="{295D7CC3-D3DE-C292-DFD9-3E5C8B79C8A7}"/>
                </a:ext>
              </a:extLst>
            </p:cNvPr>
            <p:cNvSpPr>
              <a:spLocks/>
            </p:cNvSpPr>
            <p:nvPr/>
          </p:nvSpPr>
          <p:spPr>
            <a:xfrm>
              <a:off x="6242948" y="3967334"/>
              <a:ext cx="2464744" cy="2456789"/>
            </a:xfrm>
            <a:prstGeom prst="roundRect">
              <a:avLst>
                <a:gd name="adj" fmla="val 6503"/>
              </a:avLst>
            </a:prstGeom>
            <a:solidFill>
              <a:srgbClr val="F1FFE8">
                <a:alpha val="69804"/>
              </a:srgbClr>
            </a:solidFill>
            <a:ln w="19050">
              <a:solidFill>
                <a:srgbClr val="FF0000"/>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929D9073-8211-E1B9-2085-DFB29BA94249}"/>
                </a:ext>
              </a:extLst>
            </p:cNvPr>
            <p:cNvSpPr/>
            <p:nvPr/>
          </p:nvSpPr>
          <p:spPr>
            <a:xfrm>
              <a:off x="6912566" y="4058930"/>
              <a:ext cx="1490934" cy="36823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dirty="0">
                  <a:solidFill>
                    <a:srgbClr val="51247A"/>
                  </a:solidFill>
                </a:rPr>
                <a:t>Framework</a:t>
              </a:r>
            </a:p>
          </p:txBody>
        </p:sp>
        <p:pic>
          <p:nvPicPr>
            <p:cNvPr id="118" name="Picture 117" descr="A computer and a diagram&#10;&#10;AI-generated content may be incorrect.">
              <a:extLst>
                <a:ext uri="{FF2B5EF4-FFF2-40B4-BE49-F238E27FC236}">
                  <a16:creationId xmlns:a16="http://schemas.microsoft.com/office/drawing/2014/main" id="{1EE5CB7A-3864-27B4-1430-0F21C3728167}"/>
                </a:ext>
              </a:extLst>
            </p:cNvPr>
            <p:cNvPicPr>
              <a:picLocks noChangeAspect="1"/>
            </p:cNvPicPr>
            <p:nvPr/>
          </p:nvPicPr>
          <p:blipFill>
            <a:blip r:embed="rId30"/>
            <a:stretch>
              <a:fillRect/>
            </a:stretch>
          </p:blipFill>
          <p:spPr>
            <a:xfrm>
              <a:off x="6360609" y="4000330"/>
              <a:ext cx="528826" cy="528826"/>
            </a:xfrm>
            <a:prstGeom prst="rect">
              <a:avLst/>
            </a:prstGeom>
          </p:spPr>
        </p:pic>
        <p:pic>
          <p:nvPicPr>
            <p:cNvPr id="134" name="Picture 133" descr="A house with a crack in the ground&#10;&#10;AI-generated content may be incorrect.">
              <a:extLst>
                <a:ext uri="{FF2B5EF4-FFF2-40B4-BE49-F238E27FC236}">
                  <a16:creationId xmlns:a16="http://schemas.microsoft.com/office/drawing/2014/main" id="{DD5D37EC-DC4B-A879-EB15-EF98EF33E2F9}"/>
                </a:ext>
              </a:extLst>
            </p:cNvPr>
            <p:cNvPicPr>
              <a:picLocks noChangeAspect="1"/>
            </p:cNvPicPr>
            <p:nvPr/>
          </p:nvPicPr>
          <p:blipFill>
            <a:blip r:embed="rId24">
              <a:duotone>
                <a:schemeClr val="accent1">
                  <a:shade val="45000"/>
                  <a:satMod val="135000"/>
                </a:schemeClr>
                <a:prstClr val="white"/>
              </a:duotone>
            </a:blip>
            <a:stretch>
              <a:fillRect/>
            </a:stretch>
          </p:blipFill>
          <p:spPr>
            <a:xfrm>
              <a:off x="6452683" y="6066267"/>
              <a:ext cx="269975" cy="269975"/>
            </a:xfrm>
            <a:prstGeom prst="rect">
              <a:avLst/>
            </a:prstGeom>
          </p:spPr>
        </p:pic>
        <p:pic>
          <p:nvPicPr>
            <p:cNvPr id="135" name="Picture 134" descr="A blue square with a black line&#10;&#10;AI-generated content may be incorrect.">
              <a:extLst>
                <a:ext uri="{FF2B5EF4-FFF2-40B4-BE49-F238E27FC236}">
                  <a16:creationId xmlns:a16="http://schemas.microsoft.com/office/drawing/2014/main" id="{23D8B190-3D72-3C53-9947-23C9A5532352}"/>
                </a:ext>
              </a:extLst>
            </p:cNvPr>
            <p:cNvPicPr>
              <a:picLocks noChangeAspect="1"/>
            </p:cNvPicPr>
            <p:nvPr/>
          </p:nvPicPr>
          <p:blipFill>
            <a:blip r:embed="rId31">
              <a:duotone>
                <a:schemeClr val="accent1">
                  <a:shade val="45000"/>
                  <a:satMod val="135000"/>
                </a:schemeClr>
                <a:prstClr val="white"/>
              </a:duotone>
            </a:blip>
            <a:stretch>
              <a:fillRect/>
            </a:stretch>
          </p:blipFill>
          <p:spPr>
            <a:xfrm>
              <a:off x="6452683" y="5081362"/>
              <a:ext cx="274321" cy="274321"/>
            </a:xfrm>
            <a:prstGeom prst="rect">
              <a:avLst/>
            </a:prstGeom>
          </p:spPr>
        </p:pic>
        <p:pic>
          <p:nvPicPr>
            <p:cNvPr id="136" name="Picture 135" descr="A blue eye with black background&#10;&#10;AI-generated content may be incorrect.">
              <a:extLst>
                <a:ext uri="{FF2B5EF4-FFF2-40B4-BE49-F238E27FC236}">
                  <a16:creationId xmlns:a16="http://schemas.microsoft.com/office/drawing/2014/main" id="{FF64B146-71B9-4084-CD23-6A880D043A43}"/>
                </a:ext>
              </a:extLst>
            </p:cNvPr>
            <p:cNvPicPr>
              <a:picLocks noChangeAspect="1"/>
            </p:cNvPicPr>
            <p:nvPr/>
          </p:nvPicPr>
          <p:blipFill>
            <a:blip r:embed="rId32">
              <a:duotone>
                <a:schemeClr val="accent1">
                  <a:shade val="45000"/>
                  <a:satMod val="135000"/>
                </a:schemeClr>
                <a:prstClr val="white"/>
              </a:duotone>
            </a:blip>
            <a:stretch>
              <a:fillRect/>
            </a:stretch>
          </p:blipFill>
          <p:spPr>
            <a:xfrm>
              <a:off x="6452683" y="5573815"/>
              <a:ext cx="274321" cy="274321"/>
            </a:xfrm>
            <a:prstGeom prst="rect">
              <a:avLst/>
            </a:prstGeom>
          </p:spPr>
        </p:pic>
        <p:sp>
          <p:nvSpPr>
            <p:cNvPr id="137" name="Rectangle 136">
              <a:extLst>
                <a:ext uri="{FF2B5EF4-FFF2-40B4-BE49-F238E27FC236}">
                  <a16:creationId xmlns:a16="http://schemas.microsoft.com/office/drawing/2014/main" id="{CCD2B4A1-E324-217A-0DDD-BA3134C2DED2}"/>
                </a:ext>
              </a:extLst>
            </p:cNvPr>
            <p:cNvSpPr/>
            <p:nvPr/>
          </p:nvSpPr>
          <p:spPr>
            <a:xfrm>
              <a:off x="6886408" y="5034404"/>
              <a:ext cx="1923986" cy="36823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rgbClr val="51247A"/>
                  </a:solidFill>
                </a:rPr>
                <a:t>measurement</a:t>
              </a:r>
            </a:p>
          </p:txBody>
        </p:sp>
        <p:sp>
          <p:nvSpPr>
            <p:cNvPr id="138" name="Rectangle 137">
              <a:extLst>
                <a:ext uri="{FF2B5EF4-FFF2-40B4-BE49-F238E27FC236}">
                  <a16:creationId xmlns:a16="http://schemas.microsoft.com/office/drawing/2014/main" id="{8FDA6D98-E579-7C20-F3EA-B5745349DF9F}"/>
                </a:ext>
              </a:extLst>
            </p:cNvPr>
            <p:cNvSpPr/>
            <p:nvPr/>
          </p:nvSpPr>
          <p:spPr>
            <a:xfrm>
              <a:off x="6886408" y="5525770"/>
              <a:ext cx="1821284" cy="36823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rgbClr val="51247A"/>
                  </a:solidFill>
                </a:rPr>
                <a:t>system identification</a:t>
              </a:r>
            </a:p>
          </p:txBody>
        </p:sp>
        <p:sp>
          <p:nvSpPr>
            <p:cNvPr id="139" name="Rectangle 138">
              <a:extLst>
                <a:ext uri="{FF2B5EF4-FFF2-40B4-BE49-F238E27FC236}">
                  <a16:creationId xmlns:a16="http://schemas.microsoft.com/office/drawing/2014/main" id="{93CC9904-A57A-0B53-FCA2-FA9D6CCBA14D}"/>
                </a:ext>
              </a:extLst>
            </p:cNvPr>
            <p:cNvSpPr/>
            <p:nvPr/>
          </p:nvSpPr>
          <p:spPr>
            <a:xfrm>
              <a:off x="6886408" y="6017136"/>
              <a:ext cx="1821284" cy="36823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rgbClr val="51247A"/>
                  </a:solidFill>
                </a:rPr>
                <a:t>damage assessment</a:t>
              </a:r>
            </a:p>
          </p:txBody>
        </p:sp>
        <p:pic>
          <p:nvPicPr>
            <p:cNvPr id="3" name="Picture 2" descr="A blue brain with circuit board&#10;&#10;AI-generated content may be incorrect.">
              <a:extLst>
                <a:ext uri="{FF2B5EF4-FFF2-40B4-BE49-F238E27FC236}">
                  <a16:creationId xmlns:a16="http://schemas.microsoft.com/office/drawing/2014/main" id="{EC0CBAFE-7DB4-905F-7E01-1BF236C9D980}"/>
                </a:ext>
              </a:extLst>
            </p:cNvPr>
            <p:cNvPicPr>
              <a:picLocks noChangeAspect="1"/>
            </p:cNvPicPr>
            <p:nvPr/>
          </p:nvPicPr>
          <p:blipFill>
            <a:blip r:embed="rId33">
              <a:duotone>
                <a:schemeClr val="accent1">
                  <a:shade val="45000"/>
                  <a:satMod val="135000"/>
                </a:schemeClr>
                <a:prstClr val="white"/>
              </a:duotone>
            </a:blip>
            <a:stretch>
              <a:fillRect/>
            </a:stretch>
          </p:blipFill>
          <p:spPr>
            <a:xfrm>
              <a:off x="6412416" y="4562152"/>
              <a:ext cx="350508" cy="350508"/>
            </a:xfrm>
            <a:prstGeom prst="rect">
              <a:avLst/>
            </a:prstGeom>
          </p:spPr>
        </p:pic>
        <p:sp>
          <p:nvSpPr>
            <p:cNvPr id="4" name="Rectangle 3">
              <a:extLst>
                <a:ext uri="{FF2B5EF4-FFF2-40B4-BE49-F238E27FC236}">
                  <a16:creationId xmlns:a16="http://schemas.microsoft.com/office/drawing/2014/main" id="{1A42090B-2A5F-7A51-5C1E-B9C77E4163BD}"/>
                </a:ext>
              </a:extLst>
            </p:cNvPr>
            <p:cNvSpPr/>
            <p:nvPr/>
          </p:nvSpPr>
          <p:spPr>
            <a:xfrm>
              <a:off x="6901367" y="4529156"/>
              <a:ext cx="1714913" cy="36823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1400" dirty="0">
                  <a:solidFill>
                    <a:srgbClr val="51247A"/>
                  </a:solidFill>
                </a:rPr>
                <a:t>math, DSP, AI</a:t>
              </a:r>
              <a:endParaRPr lang="en-US" sz="1400" dirty="0">
                <a:solidFill>
                  <a:srgbClr val="51247A"/>
                </a:solidFill>
              </a:endParaRPr>
            </a:p>
          </p:txBody>
        </p:sp>
      </p:grpSp>
    </p:spTree>
    <p:extLst>
      <p:ext uri="{BB962C8B-B14F-4D97-AF65-F5344CB8AC3E}">
        <p14:creationId xmlns:p14="http://schemas.microsoft.com/office/powerpoint/2010/main" val="1279713471"/>
      </p:ext>
    </p:extLst>
  </p:cSld>
  <p:clrMapOvr>
    <a:masterClrMapping/>
  </p:clrMapOvr>
</p:sld>
</file>

<file path=ppt/theme/theme1.xml><?xml version="1.0" encoding="utf-8"?>
<a:theme xmlns:a="http://schemas.openxmlformats.org/drawingml/2006/main" name="University of Queensland">
  <a:themeElements>
    <a:clrScheme name="UQ">
      <a:dk1>
        <a:srgbClr val="2B1D37"/>
      </a:dk1>
      <a:lt1>
        <a:sysClr val="window" lastClr="FFFFFF"/>
      </a:lt1>
      <a:dk2>
        <a:srgbClr val="999490"/>
      </a:dk2>
      <a:lt2>
        <a:srgbClr val="D7D1CC"/>
      </a:lt2>
      <a:accent1>
        <a:srgbClr val="51247A"/>
      </a:accent1>
      <a:accent2>
        <a:srgbClr val="962A8B"/>
      </a:accent2>
      <a:accent3>
        <a:srgbClr val="D7D1CC"/>
      </a:accent3>
      <a:accent4>
        <a:srgbClr val="E62645"/>
      </a:accent4>
      <a:accent5>
        <a:srgbClr val="4085C6"/>
      </a:accent5>
      <a:accent6>
        <a:srgbClr val="FBB800"/>
      </a:accent6>
      <a:hlink>
        <a:srgbClr val="51247A"/>
      </a:hlink>
      <a:folHlink>
        <a:srgbClr val="962A8B"/>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esentation2" id="{D7CF43B5-F299-D749-A219-EC1E22601B9F}" vid="{BEB91DF2-7C38-904D-BA66-E9BCAA02505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15ce9348-be2a-462b-8fc0-e1765a9b204a}" enabled="0" method="" siteId="{15ce9348-be2a-462b-8fc0-e1765a9b204a}" removed="1"/>
</clbl:labelList>
</file>

<file path=docProps/app.xml><?xml version="1.0" encoding="utf-8"?>
<Properties xmlns="http://schemas.openxmlformats.org/officeDocument/2006/extended-properties" xmlns:vt="http://schemas.openxmlformats.org/officeDocument/2006/docPropsVTypes">
  <Template/>
  <TotalTime>2988</TotalTime>
  <Words>442</Words>
  <Application>Microsoft Macintosh PowerPoint</Application>
  <PresentationFormat>Widescreen</PresentationFormat>
  <Paragraphs>39</Paragraphs>
  <Slides>2</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vt:i4>
      </vt:variant>
    </vt:vector>
  </HeadingPairs>
  <TitlesOfParts>
    <vt:vector size="8" baseType="lpstr">
      <vt:lpstr>Gotham Medium</vt:lpstr>
      <vt:lpstr>Arial</vt:lpstr>
      <vt:lpstr>Calibri</vt:lpstr>
      <vt:lpstr>Consolas</vt:lpstr>
      <vt:lpstr>DM Sans</vt:lpstr>
      <vt:lpstr>University of Queensland</vt:lpstr>
      <vt:lpstr>PowerPoint Presentation</vt:lpstr>
      <vt:lpstr> Distributed Intelligence Framework for Structural Health Monitoring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Instructions for using this template</dc:title>
  <dc:creator>Katrina Shimmin-Clarke</dc:creator>
  <cp:lastModifiedBy>#CUI SHUAIWEN#</cp:lastModifiedBy>
  <cp:revision>68</cp:revision>
  <dcterms:created xsi:type="dcterms:W3CDTF">2022-05-13T01:47:19Z</dcterms:created>
  <dcterms:modified xsi:type="dcterms:W3CDTF">2025-06-05T14:10:21Z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0f488380-630a-4f55-a077-a19445e3f360_Enabled">
    <vt:lpwstr>true</vt:lpwstr>
  </property>
  <property fmtid="{D5CDD505-2E9C-101B-9397-08002B2CF9AE}" pid="3" name="MSIP_Label_0f488380-630a-4f55-a077-a19445e3f360_SetDate">
    <vt:lpwstr>2022-05-03T03:06:24Z</vt:lpwstr>
  </property>
  <property fmtid="{D5CDD505-2E9C-101B-9397-08002B2CF9AE}" pid="4" name="MSIP_Label_0f488380-630a-4f55-a077-a19445e3f360_Method">
    <vt:lpwstr>Standard</vt:lpwstr>
  </property>
  <property fmtid="{D5CDD505-2E9C-101B-9397-08002B2CF9AE}" pid="5" name="MSIP_Label_0f488380-630a-4f55-a077-a19445e3f360_Name">
    <vt:lpwstr>OFFICIAL - INTERNAL</vt:lpwstr>
  </property>
  <property fmtid="{D5CDD505-2E9C-101B-9397-08002B2CF9AE}" pid="6" name="MSIP_Label_0f488380-630a-4f55-a077-a19445e3f360_SiteId">
    <vt:lpwstr>b6e377cf-9db3-46cb-91a2-fad9605bb15c</vt:lpwstr>
  </property>
  <property fmtid="{D5CDD505-2E9C-101B-9397-08002B2CF9AE}" pid="7" name="MSIP_Label_0f488380-630a-4f55-a077-a19445e3f360_ActionId">
    <vt:lpwstr>d96f5fcc-5603-43bf-977e-9b9329ffdd35</vt:lpwstr>
  </property>
  <property fmtid="{D5CDD505-2E9C-101B-9397-08002B2CF9AE}" pid="8" name="MSIP_Label_0f488380-630a-4f55-a077-a19445e3f360_ContentBits">
    <vt:lpwstr>0</vt:lpwstr>
  </property>
</Properties>
</file>